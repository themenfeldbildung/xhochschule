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microsoft.com/office/2006/relationships/ui/userCustomization" Target="userCustomization/customUI.xml"/><Relationship Id="rId1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456eeb9bf2f64375" Type="http://schemas.microsoft.com/office/2006/relationships/ui/extensibility" Target="customUI/customUI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60" r:id="rId4"/>
  </p:sldMasterIdLst>
  <p:notesMasterIdLst>
    <p:notesMasterId r:id="rId11"/>
  </p:notesMasterIdLst>
  <p:handoutMasterIdLst>
    <p:handoutMasterId r:id="rId12"/>
  </p:handoutMasterIdLst>
  <p:sldIdLst>
    <p:sldId id="1012" r:id="rId5"/>
    <p:sldId id="1013" r:id="rId6"/>
    <p:sldId id="1008" r:id="rId7"/>
    <p:sldId id="1011" r:id="rId8"/>
    <p:sldId id="1009" r:id="rId9"/>
    <p:sldId id="1010" r:id="rId10"/>
  </p:sldIdLst>
  <p:sldSz cx="9144000" cy="5143500" type="screen16x9"/>
  <p:notesSz cx="6858000" cy="9144000"/>
  <p:defaultTextStyle>
    <a:defPPr>
      <a:defRPr lang="en-US"/>
    </a:defPPr>
    <a:lvl1pPr marL="0" algn="l" defTabSz="217684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1pPr>
    <a:lvl2pPr marL="217684" algn="l" defTabSz="217684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2pPr>
    <a:lvl3pPr marL="435368" algn="l" defTabSz="217684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3pPr>
    <a:lvl4pPr marL="653052" algn="l" defTabSz="217684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4pPr>
    <a:lvl5pPr marL="870736" algn="l" defTabSz="217684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5pPr>
    <a:lvl6pPr marL="1088420" algn="l" defTabSz="217684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6pPr>
    <a:lvl7pPr marL="1306103" algn="l" defTabSz="217684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7pPr>
    <a:lvl8pPr marL="1523787" algn="l" defTabSz="217684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8pPr>
    <a:lvl9pPr marL="1741471" algn="l" defTabSz="217684" rtl="0" eaLnBrk="1" latinLnBrk="0" hangingPunct="1">
      <a:defRPr sz="857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halt | Hier Präsentation anlegen" id="{C2DDCB60-793B-4656-8EA4-75032A2FED7C}">
          <p14:sldIdLst>
            <p14:sldId id="1012"/>
            <p14:sldId id="1013"/>
            <p14:sldId id="1008"/>
            <p14:sldId id="1011"/>
            <p14:sldId id="1009"/>
            <p14:sldId id="1010"/>
          </p14:sldIdLst>
        </p14:section>
        <p14:section name="Backup" id="{364C7EAB-FBD7-445D-86BF-490CD97616F3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9C7B"/>
    <a:srgbClr val="FFFF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7B26C5-4107-4FEC-AEDC-1716B250A1EF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265" autoAdjust="0"/>
    <p:restoredTop sz="86909" autoAdjust="0"/>
  </p:normalViewPr>
  <p:slideViewPr>
    <p:cSldViewPr snapToGrid="0" showGuides="1">
      <p:cViewPr varScale="1">
        <p:scale>
          <a:sx n="98" d="100"/>
          <a:sy n="98" d="100"/>
        </p:scale>
        <p:origin x="437" y="8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2165"/>
    </p:cViewPr>
  </p:sorterViewPr>
  <p:notesViewPr>
    <p:cSldViewPr snapToGrid="0">
      <p:cViewPr varScale="1">
        <p:scale>
          <a:sx n="87" d="100"/>
          <a:sy n="87" d="100"/>
        </p:scale>
        <p:origin x="376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EDDCA9-4CFF-4FF6-A92E-131AF0392A32}" type="datetimeFigureOut">
              <a:rPr lang="de-DE" smtClean="0"/>
              <a:t>26.10.2022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693C70-9FE5-4811-8AEE-881571D6228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344236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2AA58F-C29C-4EC8-995E-F6F04C94AD07}" type="datetimeFigureOut">
              <a:rPr lang="de-DE" smtClean="0"/>
              <a:t>26.10.2022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Formatvorlagen des Textmasters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9C010B-DAE0-416A-828F-870E2217084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51653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35368" rtl="0" eaLnBrk="1" latinLnBrk="0" hangingPunct="1">
      <a:defRPr sz="571" kern="1200">
        <a:solidFill>
          <a:schemeClr val="tx1"/>
        </a:solidFill>
        <a:latin typeface="+mn-lt"/>
        <a:ea typeface="+mn-ea"/>
        <a:cs typeface="+mn-cs"/>
      </a:defRPr>
    </a:lvl1pPr>
    <a:lvl2pPr marL="217684" algn="l" defTabSz="435368" rtl="0" eaLnBrk="1" latinLnBrk="0" hangingPunct="1">
      <a:defRPr sz="571" kern="1200">
        <a:solidFill>
          <a:schemeClr val="tx1"/>
        </a:solidFill>
        <a:latin typeface="+mn-lt"/>
        <a:ea typeface="+mn-ea"/>
        <a:cs typeface="+mn-cs"/>
      </a:defRPr>
    </a:lvl2pPr>
    <a:lvl3pPr marL="435368" algn="l" defTabSz="435368" rtl="0" eaLnBrk="1" latinLnBrk="0" hangingPunct="1">
      <a:defRPr sz="571" kern="1200">
        <a:solidFill>
          <a:schemeClr val="tx1"/>
        </a:solidFill>
        <a:latin typeface="+mn-lt"/>
        <a:ea typeface="+mn-ea"/>
        <a:cs typeface="+mn-cs"/>
      </a:defRPr>
    </a:lvl3pPr>
    <a:lvl4pPr marL="653052" algn="l" defTabSz="435368" rtl="0" eaLnBrk="1" latinLnBrk="0" hangingPunct="1">
      <a:defRPr sz="571" kern="1200">
        <a:solidFill>
          <a:schemeClr val="tx1"/>
        </a:solidFill>
        <a:latin typeface="+mn-lt"/>
        <a:ea typeface="+mn-ea"/>
        <a:cs typeface="+mn-cs"/>
      </a:defRPr>
    </a:lvl4pPr>
    <a:lvl5pPr marL="870736" algn="l" defTabSz="435368" rtl="0" eaLnBrk="1" latinLnBrk="0" hangingPunct="1">
      <a:defRPr sz="571" kern="1200">
        <a:solidFill>
          <a:schemeClr val="tx1"/>
        </a:solidFill>
        <a:latin typeface="+mn-lt"/>
        <a:ea typeface="+mn-ea"/>
        <a:cs typeface="+mn-cs"/>
      </a:defRPr>
    </a:lvl5pPr>
    <a:lvl6pPr marL="1088420" algn="l" defTabSz="435368" rtl="0" eaLnBrk="1" latinLnBrk="0" hangingPunct="1">
      <a:defRPr sz="571" kern="1200">
        <a:solidFill>
          <a:schemeClr val="tx1"/>
        </a:solidFill>
        <a:latin typeface="+mn-lt"/>
        <a:ea typeface="+mn-ea"/>
        <a:cs typeface="+mn-cs"/>
      </a:defRPr>
    </a:lvl6pPr>
    <a:lvl7pPr marL="1306103" algn="l" defTabSz="435368" rtl="0" eaLnBrk="1" latinLnBrk="0" hangingPunct="1">
      <a:defRPr sz="571" kern="1200">
        <a:solidFill>
          <a:schemeClr val="tx1"/>
        </a:solidFill>
        <a:latin typeface="+mn-lt"/>
        <a:ea typeface="+mn-ea"/>
        <a:cs typeface="+mn-cs"/>
      </a:defRPr>
    </a:lvl7pPr>
    <a:lvl8pPr marL="1523787" algn="l" defTabSz="435368" rtl="0" eaLnBrk="1" latinLnBrk="0" hangingPunct="1">
      <a:defRPr sz="571" kern="1200">
        <a:solidFill>
          <a:schemeClr val="tx1"/>
        </a:solidFill>
        <a:latin typeface="+mn-lt"/>
        <a:ea typeface="+mn-ea"/>
        <a:cs typeface="+mn-cs"/>
      </a:defRPr>
    </a:lvl8pPr>
    <a:lvl9pPr marL="1741471" algn="l" defTabSz="435368" rtl="0" eaLnBrk="1" latinLnBrk="0" hangingPunct="1">
      <a:defRPr sz="57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3555" y="1537214"/>
            <a:ext cx="8207374" cy="470898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en-US" sz="3400" dirty="0"/>
            </a:lvl1pPr>
          </a:lstStyle>
          <a:p>
            <a:pPr lvl="0"/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3554" y="2008112"/>
            <a:ext cx="8207374" cy="1920124"/>
          </a:xfrm>
        </p:spPr>
        <p:txBody>
          <a:bodyPr vert="horz" wrap="square" lIns="0" tIns="0" rIns="0" bIns="0" rtlCol="0" anchor="t" anchorCtr="0">
            <a:noAutofit/>
          </a:bodyPr>
          <a:lstStyle>
            <a:lvl1pPr marL="0" indent="0">
              <a:buNone/>
              <a:defRPr lang="en-US" sz="3400" b="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marL="0" lvl="0" indent="0">
              <a:buNone/>
            </a:pPr>
            <a:r>
              <a:rPr lang="de-DE" dirty="0"/>
              <a:t>Untertitel (optional)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9" name="Textfeld 8"/>
          <p:cNvSpPr txBox="1"/>
          <p:nvPr userDrawn="1"/>
        </p:nvSpPr>
        <p:spPr>
          <a:xfrm>
            <a:off x="258763" y="-143526"/>
            <a:ext cx="946718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6600" b="0" dirty="0">
                <a:solidFill>
                  <a:schemeClr val="bg1"/>
                </a:solidFill>
                <a:latin typeface="init_signs normal" panose="00000500000000000000" pitchFamily="2" charset="0"/>
              </a:rPr>
              <a:t>I</a:t>
            </a:r>
          </a:p>
        </p:txBody>
      </p:sp>
    </p:spTree>
    <p:extLst>
      <p:ext uri="{BB962C8B-B14F-4D97-AF65-F5344CB8AC3E}">
        <p14:creationId xmlns:p14="http://schemas.microsoft.com/office/powerpoint/2010/main" val="2111826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0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/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3552" y="1613315"/>
            <a:ext cx="8207375" cy="387798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18287" y="418290"/>
            <a:ext cx="2057400" cy="146582"/>
          </a:xfrm>
        </p:spPr>
        <p:txBody>
          <a:bodyPr/>
          <a:lstStyle>
            <a:lvl1pPr algn="r">
              <a:defRPr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795687" y="550487"/>
            <a:ext cx="2880000" cy="146643"/>
          </a:xfrm>
        </p:spPr>
        <p:txBody>
          <a:bodyPr/>
          <a:lstStyle>
            <a:lvl1pPr algn="r">
              <a:defRPr/>
            </a:lvl1pPr>
          </a:lstStyle>
          <a:p>
            <a:endParaRPr lang="de-DE" dirty="0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2571750"/>
            <a:ext cx="9144000" cy="2571749"/>
          </a:xfrm>
        </p:spPr>
        <p:txBody>
          <a:bodyPr lIns="360000" tIns="360000" rIns="6480000" bIns="360000"/>
          <a:lstStyle>
            <a:lvl1pPr marL="0" marR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 sz="900" baseline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Füge ein Bild durch Klicken auf das Symbol in der Bildmitte hinzu. </a:t>
            </a:r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endParaRPr lang="de-DE" dirty="0"/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Nutze den Bilderpool in I:/PPT. </a:t>
            </a:r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endParaRPr lang="de-DE" dirty="0"/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Verwende die Funktion ZUSCHNEIDEN um das Bild auszurichten.</a:t>
            </a:r>
          </a:p>
        </p:txBody>
      </p:sp>
      <p:sp>
        <p:nvSpPr>
          <p:cNvPr id="1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3553" y="2004863"/>
            <a:ext cx="8207375" cy="387798"/>
          </a:xfrm>
        </p:spPr>
        <p:txBody>
          <a:bodyPr vert="horz" wrap="none" lIns="0" tIns="0" rIns="0" bIns="0" rtlCol="0" anchor="t" anchorCtr="0">
            <a:normAutofit/>
          </a:bodyPr>
          <a:lstStyle>
            <a:lvl1pPr marL="0" indent="0">
              <a:spcBef>
                <a:spcPct val="0"/>
              </a:spcBef>
              <a:buNone/>
              <a:defRPr lang="en-US" sz="2800" b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de-DE" dirty="0"/>
              <a:t>Untertitel (optional)</a:t>
            </a:r>
          </a:p>
        </p:txBody>
      </p:sp>
      <p:sp>
        <p:nvSpPr>
          <p:cNvPr id="10" name="Textfeld 9"/>
          <p:cNvSpPr txBox="1"/>
          <p:nvPr userDrawn="1"/>
        </p:nvSpPr>
        <p:spPr>
          <a:xfrm>
            <a:off x="195263" y="-195498"/>
            <a:ext cx="946718" cy="101566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6600" b="0" dirty="0">
                <a:solidFill>
                  <a:schemeClr val="tx2"/>
                </a:solidFill>
                <a:latin typeface="init_signs normal" panose="00000500000000000000" pitchFamily="2" charset="0"/>
              </a:rPr>
              <a:t>I</a:t>
            </a:r>
          </a:p>
        </p:txBody>
      </p:sp>
      <p:sp>
        <p:nvSpPr>
          <p:cNvPr id="9" name="Bildplatzhalter 9"/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622736" y="280023"/>
            <a:ext cx="1176125" cy="612000"/>
          </a:xfrm>
        </p:spPr>
        <p:txBody>
          <a:bodyPr lIns="36000" tIns="36000" rIns="36000" bIns="36000"/>
          <a:lstStyle>
            <a:lvl1pPr>
              <a:defRPr sz="600" baseline="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Logo einfügen aus I:\PPT </a:t>
            </a:r>
          </a:p>
        </p:txBody>
      </p:sp>
      <p:sp>
        <p:nvSpPr>
          <p:cNvPr id="11" name="Bildplatzhalter 9"/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3006566" y="280023"/>
            <a:ext cx="1176125" cy="612000"/>
          </a:xfrm>
        </p:spPr>
        <p:txBody>
          <a:bodyPr lIns="36000" tIns="36000" rIns="36000" bIns="36000"/>
          <a:lstStyle>
            <a:lvl1pPr>
              <a:defRPr sz="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Logo einfügen aus I:\PPT </a:t>
            </a:r>
          </a:p>
        </p:txBody>
      </p:sp>
    </p:spTree>
    <p:extLst>
      <p:ext uri="{BB962C8B-B14F-4D97-AF65-F5344CB8AC3E}">
        <p14:creationId xmlns:p14="http://schemas.microsoft.com/office/powerpoint/2010/main" val="4914235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0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0" y="1670103"/>
            <a:ext cx="4103688" cy="3047121"/>
          </a:xfrm>
        </p:spPr>
        <p:txBody>
          <a:bodyPr/>
          <a:lstStyle>
            <a:lvl1pPr marL="216000" indent="-162000">
              <a:lnSpc>
                <a:spcPct val="110000"/>
              </a:lnSpc>
              <a:spcBef>
                <a:spcPts val="1000"/>
              </a:spcBef>
              <a:buSzPct val="100000"/>
              <a:buFont typeface="init_signs normal" panose="00000500000000000000" pitchFamily="2" charset="0"/>
              <a:buChar char="A"/>
              <a:defRPr baseline="0"/>
            </a:lvl1pPr>
            <a:lvl2pPr>
              <a:defRPr/>
            </a:lvl2pPr>
            <a:lvl3pPr>
              <a:defRPr/>
            </a:lvl3pPr>
            <a:lvl6pPr>
              <a:defRPr/>
            </a:lvl6pPr>
          </a:lstStyle>
          <a:p>
            <a:pPr lvl="0"/>
            <a:r>
              <a:rPr lang="de-DE" dirty="0"/>
              <a:t>Absatzebene ändern durch </a:t>
            </a:r>
            <a:r>
              <a:rPr lang="de-DE" dirty="0" err="1"/>
              <a:t>Strg+Alt+Pfeil</a:t>
            </a:r>
            <a:r>
              <a:rPr lang="de-DE" dirty="0"/>
              <a:t> links/Pfeil rechts</a:t>
            </a:r>
          </a:p>
        </p:txBody>
      </p:sp>
      <p:sp>
        <p:nvSpPr>
          <p:cNvPr id="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3553" y="2004863"/>
            <a:ext cx="4104000" cy="387798"/>
          </a:xfrm>
        </p:spPr>
        <p:txBody>
          <a:bodyPr vert="horz" wrap="square" lIns="0" tIns="0" rIns="0" bIns="0" rtlCol="0" anchor="t" anchorCtr="0">
            <a:noAutofit/>
          </a:bodyPr>
          <a:lstStyle>
            <a:lvl1pPr marL="0" indent="0">
              <a:spcBef>
                <a:spcPct val="0"/>
              </a:spcBef>
              <a:buNone/>
              <a:defRPr lang="en-US" sz="2800" b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de-DE" dirty="0"/>
              <a:t>Untertitel (optional)</a:t>
            </a:r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483553" y="1609909"/>
            <a:ext cx="4104000" cy="387798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de-DE"/>
              <a:t>Titelmasterformat durch Klicken 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7606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02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922" y="701042"/>
            <a:ext cx="8207375" cy="395771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de-DE" dirty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655922" y="1159239"/>
            <a:ext cx="8207374" cy="395771"/>
          </a:xfrm>
        </p:spPr>
        <p:txBody>
          <a:bodyPr lIns="0" tIns="0" rIns="0" bIns="0" anchor="t" anchorCtr="0">
            <a:noAutofit/>
          </a:bodyPr>
          <a:lstStyle>
            <a:lvl1pPr marL="0" indent="0">
              <a:buNone/>
              <a:defRPr sz="2800" b="0">
                <a:solidFill>
                  <a:schemeClr val="tx2"/>
                </a:solidFill>
                <a:latin typeface="+mj-lt"/>
              </a:defRPr>
            </a:lvl1pPr>
            <a:lvl2pPr marL="308663" indent="0">
              <a:buNone/>
              <a:defRPr sz="1350" b="1"/>
            </a:lvl2pPr>
            <a:lvl3pPr marL="617325" indent="0">
              <a:buNone/>
              <a:defRPr sz="1215" b="1"/>
            </a:lvl3pPr>
            <a:lvl4pPr marL="925988" indent="0">
              <a:buNone/>
              <a:defRPr sz="1080" b="1"/>
            </a:lvl4pPr>
            <a:lvl5pPr marL="1234651" indent="0">
              <a:buNone/>
              <a:defRPr sz="1080" b="1"/>
            </a:lvl5pPr>
            <a:lvl6pPr marL="1543313" indent="0">
              <a:buNone/>
              <a:defRPr sz="1080" b="1"/>
            </a:lvl6pPr>
            <a:lvl7pPr marL="1851976" indent="0">
              <a:buNone/>
              <a:defRPr sz="1080" b="1"/>
            </a:lvl7pPr>
            <a:lvl8pPr marL="2160640" indent="0">
              <a:buNone/>
              <a:defRPr sz="1080" b="1"/>
            </a:lvl8pPr>
            <a:lvl9pPr marL="2469302" indent="0">
              <a:buNone/>
              <a:defRPr sz="1080" b="1"/>
            </a:lvl9pPr>
          </a:lstStyle>
          <a:p>
            <a:pPr lvl="0"/>
            <a:r>
              <a:rPr lang="de-DE" dirty="0"/>
              <a:t>Untertitel (optional)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88580" y="4732338"/>
            <a:ext cx="987108" cy="25114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lang="de-DE" sz="1300" b="1" smtClean="0">
                <a:solidFill>
                  <a:schemeClr val="tx1"/>
                </a:solidFill>
              </a:defRPr>
            </a:lvl1pPr>
          </a:lstStyle>
          <a:p>
            <a:r>
              <a:rPr lang="de-DE" b="0" dirty="0"/>
              <a:t>   </a:t>
            </a:r>
            <a:fld id="{9A06CF99-E636-44D5-8E04-7E87B3396B71}" type="slidenum">
              <a:rPr sz="1000" smtClean="0"/>
              <a:pPr/>
              <a:t>‹Nr.›</a:t>
            </a:fld>
            <a:endParaRPr sz="1000" dirty="0"/>
          </a:p>
        </p:txBody>
      </p:sp>
    </p:spTree>
    <p:extLst>
      <p:ext uri="{BB962C8B-B14F-4D97-AF65-F5344CB8AC3E}">
        <p14:creationId xmlns:p14="http://schemas.microsoft.com/office/powerpoint/2010/main" val="3859577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/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313" y="411163"/>
            <a:ext cx="4103687" cy="395771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8314" y="1635126"/>
            <a:ext cx="3663420" cy="2808287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468314" y="783853"/>
            <a:ext cx="4103686" cy="395771"/>
          </a:xfrm>
        </p:spPr>
        <p:txBody>
          <a:bodyPr lIns="0" tIns="0" rIns="0" bIns="0" anchor="t" anchorCtr="0">
            <a:noAutofit/>
          </a:bodyPr>
          <a:lstStyle>
            <a:lvl1pPr marL="0" indent="0">
              <a:buNone/>
              <a:defRPr sz="2800" b="0">
                <a:solidFill>
                  <a:schemeClr val="tx2"/>
                </a:solidFill>
                <a:latin typeface="+mj-lt"/>
              </a:defRPr>
            </a:lvl1pPr>
            <a:lvl2pPr marL="308663" indent="0">
              <a:buNone/>
              <a:defRPr sz="1350" b="1"/>
            </a:lvl2pPr>
            <a:lvl3pPr marL="617325" indent="0">
              <a:buNone/>
              <a:defRPr sz="1215" b="1"/>
            </a:lvl3pPr>
            <a:lvl4pPr marL="925988" indent="0">
              <a:buNone/>
              <a:defRPr sz="1080" b="1"/>
            </a:lvl4pPr>
            <a:lvl5pPr marL="1234651" indent="0">
              <a:buNone/>
              <a:defRPr sz="1080" b="1"/>
            </a:lvl5pPr>
            <a:lvl6pPr marL="1543313" indent="0">
              <a:buNone/>
              <a:defRPr sz="1080" b="1"/>
            </a:lvl6pPr>
            <a:lvl7pPr marL="1851976" indent="0">
              <a:buNone/>
              <a:defRPr sz="1080" b="1"/>
            </a:lvl7pPr>
            <a:lvl8pPr marL="2160640" indent="0">
              <a:buNone/>
              <a:defRPr sz="1080" b="1"/>
            </a:lvl8pPr>
            <a:lvl9pPr marL="2469302" indent="0">
              <a:buNone/>
              <a:defRPr sz="1080" b="1"/>
            </a:lvl9pPr>
          </a:lstStyle>
          <a:p>
            <a:pPr lvl="0"/>
            <a:r>
              <a:rPr lang="de-DE" dirty="0"/>
              <a:t>Untertitel (optional)</a:t>
            </a:r>
          </a:p>
        </p:txBody>
      </p:sp>
      <p:sp>
        <p:nvSpPr>
          <p:cNvPr id="10" name="Bildplatzhalter 9"/>
          <p:cNvSpPr>
            <a:spLocks noGrp="1"/>
          </p:cNvSpPr>
          <p:nvPr>
            <p:ph type="pic" sz="quarter" idx="14" hasCustomPrompt="1"/>
          </p:nvPr>
        </p:nvSpPr>
        <p:spPr>
          <a:xfrm>
            <a:off x="4983480" y="0"/>
            <a:ext cx="4160520" cy="5143500"/>
          </a:xfrm>
          <a:noFill/>
        </p:spPr>
        <p:txBody>
          <a:bodyPr wrap="square" lIns="360000" tIns="360000" rIns="2160000" bIns="360000"/>
          <a:lstStyle>
            <a:lvl1pPr marL="0" marR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 sz="900" baseline="0">
                <a:solidFill>
                  <a:schemeClr val="accent1"/>
                </a:solidFill>
              </a:defRPr>
            </a:lvl1pPr>
          </a:lstStyle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Füge ein Bild, eine Grafik, einen Screenshot oder ein </a:t>
            </a:r>
            <a:r>
              <a:rPr lang="de-DE" dirty="0" err="1"/>
              <a:t>Mockup</a:t>
            </a:r>
            <a:r>
              <a:rPr lang="de-DE" dirty="0"/>
              <a:t> durch Klicken auf das Symbol in der Bildmitte hinzu.</a:t>
            </a:r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endParaRPr lang="de-DE" dirty="0"/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Nutze den Bilderpool in I:/PPT.</a:t>
            </a:r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endParaRPr lang="de-DE" dirty="0"/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Verwende die Funktion ZUSCHNEIDEN um das Bild auszurichten.</a:t>
            </a:r>
          </a:p>
        </p:txBody>
      </p:sp>
      <p:sp>
        <p:nvSpPr>
          <p:cNvPr id="12" name="Bildplatzhalter 9"/>
          <p:cNvSpPr>
            <a:spLocks noGrp="1"/>
          </p:cNvSpPr>
          <p:nvPr>
            <p:ph type="pic" sz="quarter" idx="17" hasCustomPrompt="1"/>
          </p:nvPr>
        </p:nvSpPr>
        <p:spPr>
          <a:xfrm>
            <a:off x="5150906" y="4118991"/>
            <a:ext cx="1633008" cy="849740"/>
          </a:xfrm>
        </p:spPr>
        <p:txBody>
          <a:bodyPr lIns="36000" tIns="36000" rIns="36000" bIns="36000"/>
          <a:lstStyle>
            <a:lvl1pPr>
              <a:defRPr sz="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Logo einfügen aus I:\PPT</a:t>
            </a:r>
          </a:p>
        </p:txBody>
      </p:sp>
      <p:sp>
        <p:nvSpPr>
          <p:cNvPr id="13" name="Bildplatzhalter 9"/>
          <p:cNvSpPr>
            <a:spLocks noGrp="1"/>
          </p:cNvSpPr>
          <p:nvPr>
            <p:ph type="pic" sz="quarter" idx="18" hasCustomPrompt="1"/>
          </p:nvPr>
        </p:nvSpPr>
        <p:spPr>
          <a:xfrm>
            <a:off x="6951340" y="4118991"/>
            <a:ext cx="1633008" cy="849740"/>
          </a:xfrm>
        </p:spPr>
        <p:txBody>
          <a:bodyPr lIns="36000" tIns="36000" rIns="36000" bIns="36000"/>
          <a:lstStyle>
            <a:lvl1pPr>
              <a:defRPr sz="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Logo einfügen aus I:\PPT 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88580" y="4732338"/>
            <a:ext cx="987108" cy="25114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lang="de-DE" sz="1300" b="1" smtClean="0">
                <a:solidFill>
                  <a:schemeClr val="tx1"/>
                </a:solidFill>
              </a:defRPr>
            </a:lvl1pPr>
          </a:lstStyle>
          <a:p>
            <a:r>
              <a:rPr lang="de-DE" b="0" dirty="0"/>
              <a:t>   </a:t>
            </a:r>
            <a:fld id="{9A06CF99-E636-44D5-8E04-7E87B3396B71}" type="slidenum">
              <a:rPr sz="1000" smtClean="0"/>
              <a:pPr/>
              <a:t>‹Nr.›</a:t>
            </a:fld>
            <a:endParaRPr sz="1000" dirty="0"/>
          </a:p>
        </p:txBody>
      </p:sp>
    </p:spTree>
    <p:extLst>
      <p:ext uri="{BB962C8B-B14F-4D97-AF65-F5344CB8AC3E}">
        <p14:creationId xmlns:p14="http://schemas.microsoft.com/office/powerpoint/2010/main" val="22005057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9144000" cy="5143499"/>
          </a:xfrm>
          <a:solidFill>
            <a:schemeClr val="bg1"/>
          </a:solidFill>
          <a:effectLst>
            <a:innerShdw blurRad="1270000" dist="1905000" dir="5400000">
              <a:schemeClr val="tx1">
                <a:alpha val="50000"/>
              </a:schemeClr>
            </a:innerShdw>
          </a:effectLst>
        </p:spPr>
        <p:txBody>
          <a:bodyPr lIns="360000" tIns="360000" rIns="360000" bIns="360000"/>
          <a:lstStyle>
            <a:lvl1pPr marL="0" marR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 sz="900">
                <a:solidFill>
                  <a:schemeClr val="accent1"/>
                </a:solidFill>
              </a:defRPr>
            </a:lvl1pPr>
          </a:lstStyle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Füge ein Bild durch Klicken auf das Symbol in der Bildmitte hinzu. </a:t>
            </a:r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endParaRPr lang="de-DE" dirty="0"/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Nutze den Bilderpool in I:/PPT. </a:t>
            </a:r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endParaRPr lang="de-DE" dirty="0"/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Verwende die Funktion ZUSCHNEIDEN um das Bild auszurichten.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313" y="4062692"/>
            <a:ext cx="8207375" cy="395771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468314" y="4435382"/>
            <a:ext cx="8207374" cy="395771"/>
          </a:xfrm>
        </p:spPr>
        <p:txBody>
          <a:bodyPr lIns="0" tIns="0" rIns="0" bIns="0" anchor="t" anchorCtr="0">
            <a:noAutofit/>
          </a:bodyPr>
          <a:lstStyle>
            <a:lvl1pPr marL="0" indent="0">
              <a:buNone/>
              <a:defRPr sz="2800" b="0">
                <a:solidFill>
                  <a:schemeClr val="bg1"/>
                </a:solidFill>
                <a:latin typeface="+mj-lt"/>
              </a:defRPr>
            </a:lvl1pPr>
            <a:lvl2pPr marL="308663" indent="0">
              <a:buNone/>
              <a:defRPr sz="1350" b="1"/>
            </a:lvl2pPr>
            <a:lvl3pPr marL="617325" indent="0">
              <a:buNone/>
              <a:defRPr sz="1215" b="1"/>
            </a:lvl3pPr>
            <a:lvl4pPr marL="925988" indent="0">
              <a:buNone/>
              <a:defRPr sz="1080" b="1"/>
            </a:lvl4pPr>
            <a:lvl5pPr marL="1234651" indent="0">
              <a:buNone/>
              <a:defRPr sz="1080" b="1"/>
            </a:lvl5pPr>
            <a:lvl6pPr marL="1543313" indent="0">
              <a:buNone/>
              <a:defRPr sz="1080" b="1"/>
            </a:lvl6pPr>
            <a:lvl7pPr marL="1851976" indent="0">
              <a:buNone/>
              <a:defRPr sz="1080" b="1"/>
            </a:lvl7pPr>
            <a:lvl8pPr marL="2160640" indent="0">
              <a:buNone/>
              <a:defRPr sz="1080" b="1"/>
            </a:lvl8pPr>
            <a:lvl9pPr marL="2469302" indent="0">
              <a:buNone/>
              <a:defRPr sz="1080" b="1"/>
            </a:lvl9pPr>
          </a:lstStyle>
          <a:p>
            <a:pPr lvl="0"/>
            <a:r>
              <a:rPr lang="de-DE" dirty="0"/>
              <a:t>Untertitel (optional)</a:t>
            </a:r>
          </a:p>
        </p:txBody>
      </p:sp>
    </p:spTree>
    <p:extLst>
      <p:ext uri="{BB962C8B-B14F-4D97-AF65-F5344CB8AC3E}">
        <p14:creationId xmlns:p14="http://schemas.microsoft.com/office/powerpoint/2010/main" val="2668933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titel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3553" y="1609909"/>
            <a:ext cx="8207375" cy="387798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3553" y="2004863"/>
            <a:ext cx="8207375" cy="387798"/>
          </a:xfrm>
        </p:spPr>
        <p:txBody>
          <a:bodyPr vert="horz" wrap="square" lIns="0" tIns="0" rIns="0" bIns="0" rtlCol="0" anchor="t" anchorCtr="0">
            <a:noAutofit/>
          </a:bodyPr>
          <a:lstStyle>
            <a:lvl1pPr marL="0" indent="0">
              <a:spcBef>
                <a:spcPct val="0"/>
              </a:spcBef>
              <a:buNone/>
              <a:defRPr lang="en-US" sz="2800" b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>
              <a:spcBef>
                <a:spcPct val="0"/>
              </a:spcBef>
              <a:buNone/>
            </a:pPr>
            <a:r>
              <a:rPr lang="de-DE" dirty="0"/>
              <a:t>Untertitel (optional)</a:t>
            </a:r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13" hasCustomPrompt="1"/>
          </p:nvPr>
        </p:nvSpPr>
        <p:spPr>
          <a:xfrm>
            <a:off x="468313" y="3568545"/>
            <a:ext cx="1171561" cy="1171350"/>
          </a:xfrm>
        </p:spPr>
        <p:txBody>
          <a:bodyPr wrap="none" lIns="36000" tIns="36000" rIns="36000" bIns="36000" anchor="b" anchorCtr="0">
            <a:noAutofit/>
          </a:bodyPr>
          <a:lstStyle>
            <a:lvl1pPr marL="0" marR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 sz="600">
                <a:solidFill>
                  <a:schemeClr val="accent1"/>
                </a:solidFill>
              </a:defRPr>
            </a:lvl1pPr>
          </a:lstStyle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Icon einfügen aus I:\PPT.</a:t>
            </a:r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endParaRPr lang="de-DE" dirty="0"/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Anschließend das Icon passend ausrichten.</a:t>
            </a:r>
          </a:p>
        </p:txBody>
      </p:sp>
      <p:sp>
        <p:nvSpPr>
          <p:cNvPr id="9" name="Bildplatzhalter 7"/>
          <p:cNvSpPr>
            <a:spLocks noGrp="1"/>
          </p:cNvSpPr>
          <p:nvPr>
            <p:ph type="pic" sz="quarter" idx="14" hasCustomPrompt="1"/>
          </p:nvPr>
        </p:nvSpPr>
        <p:spPr>
          <a:xfrm>
            <a:off x="5669280" y="708660"/>
            <a:ext cx="3744000" cy="3744000"/>
          </a:xfrm>
        </p:spPr>
        <p:txBody>
          <a:bodyPr lIns="36000" tIns="36000" rIns="36000" bIns="36000"/>
          <a:lstStyle>
            <a:lvl1pPr marL="0" marR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 sz="600">
                <a:solidFill>
                  <a:schemeClr val="accent1"/>
                </a:solidFill>
              </a:defRPr>
            </a:lvl1pPr>
          </a:lstStyle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Icon einfügen aus I:\PPT.</a:t>
            </a:r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endParaRPr lang="de-DE" dirty="0"/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Anschließend das Icon passend ausrichten.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88580" y="4732338"/>
            <a:ext cx="987108" cy="25114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lang="de-DE" sz="1300" b="1" smtClean="0">
                <a:solidFill>
                  <a:schemeClr val="tx1"/>
                </a:solidFill>
              </a:defRPr>
            </a:lvl1pPr>
          </a:lstStyle>
          <a:p>
            <a:r>
              <a:rPr lang="de-DE" b="0" dirty="0"/>
              <a:t>   </a:t>
            </a:r>
            <a:fld id="{9A06CF99-E636-44D5-8E04-7E87B3396B71}" type="slidenum">
              <a:rPr sz="1000" smtClean="0"/>
              <a:pPr/>
              <a:t>‹Nr.›</a:t>
            </a:fld>
            <a:endParaRPr sz="1000" dirty="0"/>
          </a:p>
        </p:txBody>
      </p:sp>
    </p:spTree>
    <p:extLst>
      <p:ext uri="{BB962C8B-B14F-4D97-AF65-F5344CB8AC3E}">
        <p14:creationId xmlns:p14="http://schemas.microsoft.com/office/powerpoint/2010/main" val="23716947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8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kus/Ico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468314" y="783853"/>
            <a:ext cx="8207374" cy="395771"/>
          </a:xfrm>
        </p:spPr>
        <p:txBody>
          <a:bodyPr lIns="0" tIns="0" rIns="0" bIns="0" anchor="t" anchorCtr="0">
            <a:noAutofit/>
          </a:bodyPr>
          <a:lstStyle>
            <a:lvl1pPr marL="0" indent="0">
              <a:buNone/>
              <a:defRPr sz="2800" b="0">
                <a:solidFill>
                  <a:schemeClr val="bg1"/>
                </a:solidFill>
                <a:latin typeface="+mj-lt"/>
              </a:defRPr>
            </a:lvl1pPr>
            <a:lvl2pPr marL="308663" indent="0">
              <a:buNone/>
              <a:defRPr sz="1350" b="1"/>
            </a:lvl2pPr>
            <a:lvl3pPr marL="617325" indent="0">
              <a:buNone/>
              <a:defRPr sz="1215" b="1"/>
            </a:lvl3pPr>
            <a:lvl4pPr marL="925988" indent="0">
              <a:buNone/>
              <a:defRPr sz="1080" b="1"/>
            </a:lvl4pPr>
            <a:lvl5pPr marL="1234651" indent="0">
              <a:buNone/>
              <a:defRPr sz="1080" b="1"/>
            </a:lvl5pPr>
            <a:lvl6pPr marL="1543313" indent="0">
              <a:buNone/>
              <a:defRPr sz="1080" b="1"/>
            </a:lvl6pPr>
            <a:lvl7pPr marL="1851976" indent="0">
              <a:buNone/>
              <a:defRPr sz="1080" b="1"/>
            </a:lvl7pPr>
            <a:lvl8pPr marL="2160640" indent="0">
              <a:buNone/>
              <a:defRPr sz="1080" b="1"/>
            </a:lvl8pPr>
            <a:lvl9pPr marL="2469302" indent="0">
              <a:buNone/>
              <a:defRPr sz="1080" b="1"/>
            </a:lvl9pPr>
          </a:lstStyle>
          <a:p>
            <a:pPr lvl="0"/>
            <a:r>
              <a:rPr lang="de-DE" dirty="0"/>
              <a:t>Untertitel (optional)</a:t>
            </a:r>
          </a:p>
        </p:txBody>
      </p:sp>
      <p:sp>
        <p:nvSpPr>
          <p:cNvPr id="5" name="Bildplatzhalter 4"/>
          <p:cNvSpPr>
            <a:spLocks noGrp="1"/>
          </p:cNvSpPr>
          <p:nvPr>
            <p:ph type="pic" sz="quarter" idx="14" hasCustomPrompt="1"/>
          </p:nvPr>
        </p:nvSpPr>
        <p:spPr>
          <a:xfrm>
            <a:off x="2160000" y="1635125"/>
            <a:ext cx="4824000" cy="3097213"/>
          </a:xfrm>
        </p:spPr>
        <p:txBody>
          <a:bodyPr lIns="36000" tIns="36000" rIns="36000" bIns="36000"/>
          <a:lstStyle>
            <a:lvl1pPr marL="0" marR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 sz="600">
                <a:solidFill>
                  <a:schemeClr val="accent1"/>
                </a:solidFill>
              </a:defRPr>
            </a:lvl1pPr>
          </a:lstStyle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Icon einfügen aus I:\PPT.</a:t>
            </a:r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endParaRPr lang="de-DE" dirty="0"/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Anschließend das Icon passend ausrichten.</a:t>
            </a:r>
          </a:p>
        </p:txBody>
      </p:sp>
    </p:spTree>
    <p:extLst>
      <p:ext uri="{BB962C8B-B14F-4D97-AF65-F5344CB8AC3E}">
        <p14:creationId xmlns:p14="http://schemas.microsoft.com/office/powerpoint/2010/main" val="2791451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kus/3 Icons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468314" y="783853"/>
            <a:ext cx="8207374" cy="395771"/>
          </a:xfrm>
        </p:spPr>
        <p:txBody>
          <a:bodyPr lIns="0" tIns="0" rIns="0" bIns="0" anchor="t" anchorCtr="0">
            <a:noAutofit/>
          </a:bodyPr>
          <a:lstStyle>
            <a:lvl1pPr marL="0" indent="0">
              <a:buNone/>
              <a:defRPr sz="2800" b="0">
                <a:solidFill>
                  <a:schemeClr val="bg1"/>
                </a:solidFill>
                <a:latin typeface="+mj-lt"/>
              </a:defRPr>
            </a:lvl1pPr>
            <a:lvl2pPr marL="308663" indent="0">
              <a:buNone/>
              <a:defRPr sz="1350" b="1"/>
            </a:lvl2pPr>
            <a:lvl3pPr marL="617325" indent="0">
              <a:buNone/>
              <a:defRPr sz="1215" b="1"/>
            </a:lvl3pPr>
            <a:lvl4pPr marL="925988" indent="0">
              <a:buNone/>
              <a:defRPr sz="1080" b="1"/>
            </a:lvl4pPr>
            <a:lvl5pPr marL="1234651" indent="0">
              <a:buNone/>
              <a:defRPr sz="1080" b="1"/>
            </a:lvl5pPr>
            <a:lvl6pPr marL="1543313" indent="0">
              <a:buNone/>
              <a:defRPr sz="1080" b="1"/>
            </a:lvl6pPr>
            <a:lvl7pPr marL="1851976" indent="0">
              <a:buNone/>
              <a:defRPr sz="1080" b="1"/>
            </a:lvl7pPr>
            <a:lvl8pPr marL="2160640" indent="0">
              <a:buNone/>
              <a:defRPr sz="1080" b="1"/>
            </a:lvl8pPr>
            <a:lvl9pPr marL="2469302" indent="0">
              <a:buNone/>
              <a:defRPr sz="1080" b="1"/>
            </a:lvl9pPr>
          </a:lstStyle>
          <a:p>
            <a:pPr lvl="0"/>
            <a:r>
              <a:rPr lang="de-DE" dirty="0"/>
              <a:t>Untertitel (optional)</a:t>
            </a:r>
          </a:p>
        </p:txBody>
      </p:sp>
      <p:sp>
        <p:nvSpPr>
          <p:cNvPr id="5" name="Bildplatzhalter 4"/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1979053" y="2299929"/>
            <a:ext cx="1258413" cy="1260000"/>
          </a:xfrm>
        </p:spPr>
        <p:txBody>
          <a:bodyPr lIns="36000" tIns="36000" rIns="36000" bIns="36000"/>
          <a:lstStyle>
            <a:lvl1pPr marL="0" marR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 sz="600">
                <a:solidFill>
                  <a:schemeClr val="accent1"/>
                </a:solidFill>
              </a:defRPr>
            </a:lvl1pPr>
          </a:lstStyle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Icon einfügen aus I:\PPT.</a:t>
            </a:r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endParaRPr lang="de-DE" dirty="0"/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Anschließend das Icon passend ausrichten.</a:t>
            </a:r>
          </a:p>
        </p:txBody>
      </p:sp>
      <p:sp>
        <p:nvSpPr>
          <p:cNvPr id="6" name="Bildplatzhalter 4"/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3838518" y="2299929"/>
            <a:ext cx="1258413" cy="1260000"/>
          </a:xfrm>
        </p:spPr>
        <p:txBody>
          <a:bodyPr lIns="36000" tIns="36000" rIns="36000" bIns="36000"/>
          <a:lstStyle>
            <a:lvl1pPr marL="0" marR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 sz="600">
                <a:solidFill>
                  <a:schemeClr val="accent1"/>
                </a:solidFill>
              </a:defRPr>
            </a:lvl1pPr>
          </a:lstStyle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Icon einfügen aus I:\PPT.</a:t>
            </a:r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endParaRPr lang="de-DE" dirty="0"/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Anschließend das Icon passend ausrichten.</a:t>
            </a:r>
          </a:p>
        </p:txBody>
      </p:sp>
      <p:sp>
        <p:nvSpPr>
          <p:cNvPr id="8" name="Bildplatzhalter 4"/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5697982" y="2299929"/>
            <a:ext cx="1258413" cy="1260000"/>
          </a:xfrm>
        </p:spPr>
        <p:txBody>
          <a:bodyPr lIns="36000" tIns="36000" rIns="36000" bIns="36000"/>
          <a:lstStyle>
            <a:lvl1pPr marL="0" marR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 sz="600">
                <a:solidFill>
                  <a:schemeClr val="accent1"/>
                </a:solidFill>
              </a:defRPr>
            </a:lvl1pPr>
          </a:lstStyle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Icon einfügen aus I:\PPT.</a:t>
            </a:r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endParaRPr lang="de-DE" dirty="0"/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Anschließend das Icon passend ausrichten.</a:t>
            </a:r>
          </a:p>
        </p:txBody>
      </p:sp>
    </p:spTree>
    <p:extLst>
      <p:ext uri="{BB962C8B-B14F-4D97-AF65-F5344CB8AC3E}">
        <p14:creationId xmlns:p14="http://schemas.microsoft.com/office/powerpoint/2010/main" val="1939579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83555" y="1537214"/>
            <a:ext cx="8207374" cy="470898"/>
          </a:xfrm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en-US" sz="34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Vielen Dank!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83554" y="2238703"/>
            <a:ext cx="8207374" cy="498191"/>
          </a:xfrm>
        </p:spPr>
        <p:txBody>
          <a:bodyPr vert="horz" wrap="square" lIns="0" tIns="0" rIns="0" bIns="0" rtlCol="0" anchor="t" anchorCtr="0">
            <a:noAutofit/>
          </a:bodyPr>
          <a:lstStyle>
            <a:lvl1pPr marL="0" indent="0">
              <a:buNone/>
              <a:defRPr lang="en-US" sz="1600" b="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lnSpc>
                <a:spcPct val="110000"/>
              </a:lnSpc>
              <a:spcBef>
                <a:spcPts val="1000"/>
              </a:spcBef>
            </a:pPr>
            <a:r>
              <a:rPr lang="de-DE" dirty="0"/>
              <a:t>Vorname Name eintragen</a:t>
            </a:r>
            <a:br>
              <a:rPr lang="de-DE" dirty="0"/>
            </a:br>
            <a:r>
              <a:rPr lang="de-DE" dirty="0"/>
              <a:t>Job Title eintragen</a:t>
            </a:r>
          </a:p>
        </p:txBody>
      </p:sp>
      <p:sp>
        <p:nvSpPr>
          <p:cNvPr id="6" name="Bildplatzhalter 4"/>
          <p:cNvSpPr>
            <a:spLocks noGrp="1"/>
          </p:cNvSpPr>
          <p:nvPr>
            <p:ph type="pic" sz="quarter" idx="14" hasCustomPrompt="1"/>
          </p:nvPr>
        </p:nvSpPr>
        <p:spPr>
          <a:xfrm>
            <a:off x="7180832" y="3231152"/>
            <a:ext cx="1510096" cy="1512000"/>
          </a:xfrm>
        </p:spPr>
        <p:txBody>
          <a:bodyPr lIns="36000" tIns="36000" rIns="36000" bIns="36000"/>
          <a:lstStyle>
            <a:lvl1pPr marL="0" marR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 sz="600">
                <a:solidFill>
                  <a:schemeClr val="accent1"/>
                </a:solidFill>
              </a:defRPr>
            </a:lvl1pPr>
          </a:lstStyle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Icon einfügen aus I:\PPT.</a:t>
            </a:r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endParaRPr lang="de-DE" dirty="0"/>
          </a:p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Anschließend das Icon passend ausrichten.</a:t>
            </a:r>
          </a:p>
        </p:txBody>
      </p:sp>
      <p:pic>
        <p:nvPicPr>
          <p:cNvPr id="7" name="Grafik 6"/>
          <p:cNvPicPr>
            <a:picLocks noChangeAspect="1"/>
          </p:cNvPicPr>
          <p:nvPr userDrawn="1"/>
        </p:nvPicPr>
        <p:blipFill>
          <a:blip r:embed="rId2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0438" y="3573723"/>
            <a:ext cx="220291" cy="220291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 userDrawn="1"/>
        </p:nvPicPr>
        <p:blipFill>
          <a:blip r:embed="rId3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3554" y="3126210"/>
            <a:ext cx="234059" cy="220291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 userDrawn="1"/>
        </p:nvPicPr>
        <p:blipFill>
          <a:blip r:embed="rId4">
            <a:lum bright="10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7974" y="4022573"/>
            <a:ext cx="165218" cy="234059"/>
          </a:xfrm>
          <a:prstGeom prst="rect">
            <a:avLst/>
          </a:prstGeom>
        </p:spPr>
      </p:pic>
      <p:sp>
        <p:nvSpPr>
          <p:cNvPr id="10" name="Textplatzhalter 25"/>
          <p:cNvSpPr>
            <a:spLocks noGrp="1"/>
          </p:cNvSpPr>
          <p:nvPr>
            <p:ph type="body" sz="quarter" idx="15" hasCustomPrompt="1"/>
          </p:nvPr>
        </p:nvSpPr>
        <p:spPr>
          <a:xfrm>
            <a:off x="916541" y="3109391"/>
            <a:ext cx="4769081" cy="243522"/>
          </a:xfrm>
        </p:spPr>
        <p:txBody>
          <a:bodyPr wrap="square"/>
          <a:lstStyle>
            <a:lvl1pPr marL="0">
              <a:lnSpc>
                <a:spcPct val="110000"/>
              </a:lnSpc>
              <a:spcBef>
                <a:spcPts val="1400"/>
              </a:spcBef>
              <a:defRPr>
                <a:solidFill>
                  <a:schemeClr val="bg1"/>
                </a:solidFill>
              </a:defRPr>
            </a:lvl1pPr>
          </a:lstStyle>
          <a:p>
            <a:pPr marL="0">
              <a:lnSpc>
                <a:spcPct val="110000"/>
              </a:lnSpc>
              <a:spcBef>
                <a:spcPts val="1400"/>
              </a:spcBef>
            </a:pPr>
            <a:r>
              <a:rPr lang="de-DE" dirty="0"/>
              <a:t>Vorname.Nachname@init.de eintragen</a:t>
            </a:r>
          </a:p>
        </p:txBody>
      </p:sp>
      <p:sp>
        <p:nvSpPr>
          <p:cNvPr id="11" name="Textplatzhalter 25"/>
          <p:cNvSpPr>
            <a:spLocks noGrp="1"/>
          </p:cNvSpPr>
          <p:nvPr>
            <p:ph type="body" sz="quarter" idx="16" hasCustomPrompt="1"/>
          </p:nvPr>
        </p:nvSpPr>
        <p:spPr>
          <a:xfrm>
            <a:off x="916541" y="3562107"/>
            <a:ext cx="4769081" cy="243522"/>
          </a:xfrm>
        </p:spPr>
        <p:txBody>
          <a:bodyPr wrap="square"/>
          <a:lstStyle>
            <a:lvl1pPr marL="0">
              <a:lnSpc>
                <a:spcPct val="110000"/>
              </a:lnSpc>
              <a:spcBef>
                <a:spcPts val="1400"/>
              </a:spcBef>
              <a:defRPr>
                <a:solidFill>
                  <a:schemeClr val="bg1"/>
                </a:solidFill>
              </a:defRPr>
            </a:lvl1pPr>
          </a:lstStyle>
          <a:p>
            <a:pPr marL="0">
              <a:lnSpc>
                <a:spcPct val="110000"/>
              </a:lnSpc>
              <a:spcBef>
                <a:spcPts val="1400"/>
              </a:spcBef>
            </a:pPr>
            <a:r>
              <a:rPr lang="de-DE" dirty="0"/>
              <a:t>+49 30 97006 xxx eintragen</a:t>
            </a:r>
          </a:p>
        </p:txBody>
      </p:sp>
      <p:sp>
        <p:nvSpPr>
          <p:cNvPr id="12" name="Textplatzhalter 25"/>
          <p:cNvSpPr>
            <a:spLocks noGrp="1"/>
          </p:cNvSpPr>
          <p:nvPr>
            <p:ph type="body" sz="quarter" idx="17" hasCustomPrompt="1"/>
          </p:nvPr>
        </p:nvSpPr>
        <p:spPr>
          <a:xfrm>
            <a:off x="916541" y="4001867"/>
            <a:ext cx="4769081" cy="243522"/>
          </a:xfrm>
        </p:spPr>
        <p:txBody>
          <a:bodyPr wrap="square"/>
          <a:lstStyle>
            <a:lvl1pPr marL="0">
              <a:lnSpc>
                <a:spcPct val="110000"/>
              </a:lnSpc>
              <a:spcBef>
                <a:spcPts val="1400"/>
              </a:spcBef>
              <a:defRPr>
                <a:solidFill>
                  <a:schemeClr val="bg1"/>
                </a:solidFill>
              </a:defRPr>
            </a:lvl1pPr>
          </a:lstStyle>
          <a:p>
            <a:pPr marL="0">
              <a:lnSpc>
                <a:spcPct val="110000"/>
              </a:lnSpc>
              <a:spcBef>
                <a:spcPts val="1400"/>
              </a:spcBef>
            </a:pPr>
            <a:r>
              <a:rPr lang="de-DE" dirty="0"/>
              <a:t>www.init.de eintragen</a:t>
            </a:r>
          </a:p>
        </p:txBody>
      </p:sp>
      <p:pic>
        <p:nvPicPr>
          <p:cNvPr id="15" name="Grafik 14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206715" y="70462"/>
            <a:ext cx="1848385" cy="482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069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0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-Wal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468314" y="783853"/>
            <a:ext cx="8207374" cy="395771"/>
          </a:xfrm>
        </p:spPr>
        <p:txBody>
          <a:bodyPr lIns="0" tIns="0" rIns="0" bIns="0" anchor="t" anchorCtr="0">
            <a:noAutofit/>
          </a:bodyPr>
          <a:lstStyle>
            <a:lvl1pPr marL="0" indent="0">
              <a:buNone/>
              <a:defRPr sz="2800" b="0">
                <a:solidFill>
                  <a:schemeClr val="tx2"/>
                </a:solidFill>
                <a:latin typeface="+mj-lt"/>
              </a:defRPr>
            </a:lvl1pPr>
            <a:lvl2pPr marL="308663" indent="0">
              <a:buNone/>
              <a:defRPr sz="1350" b="1"/>
            </a:lvl2pPr>
            <a:lvl3pPr marL="617325" indent="0">
              <a:buNone/>
              <a:defRPr sz="1215" b="1"/>
            </a:lvl3pPr>
            <a:lvl4pPr marL="925988" indent="0">
              <a:buNone/>
              <a:defRPr sz="1080" b="1"/>
            </a:lvl4pPr>
            <a:lvl5pPr marL="1234651" indent="0">
              <a:buNone/>
              <a:defRPr sz="1080" b="1"/>
            </a:lvl5pPr>
            <a:lvl6pPr marL="1543313" indent="0">
              <a:buNone/>
              <a:defRPr sz="1080" b="1"/>
            </a:lvl6pPr>
            <a:lvl7pPr marL="1851976" indent="0">
              <a:buNone/>
              <a:defRPr sz="1080" b="1"/>
            </a:lvl7pPr>
            <a:lvl8pPr marL="2160640" indent="0">
              <a:buNone/>
              <a:defRPr sz="1080" b="1"/>
            </a:lvl8pPr>
            <a:lvl9pPr marL="2469302" indent="0">
              <a:buNone/>
              <a:defRPr sz="1080" b="1"/>
            </a:lvl9pPr>
          </a:lstStyle>
          <a:p>
            <a:pPr lvl="0"/>
            <a:r>
              <a:rPr lang="de-DE" dirty="0"/>
              <a:t>Untertitel (optional)</a:t>
            </a:r>
          </a:p>
        </p:txBody>
      </p:sp>
      <p:sp>
        <p:nvSpPr>
          <p:cNvPr id="10" name="Bildplatzhalter 9"/>
          <p:cNvSpPr>
            <a:spLocks noGrp="1"/>
          </p:cNvSpPr>
          <p:nvPr>
            <p:ph type="pic" sz="quarter" idx="14" hasCustomPrompt="1"/>
          </p:nvPr>
        </p:nvSpPr>
        <p:spPr>
          <a:xfrm>
            <a:off x="680504" y="1642491"/>
            <a:ext cx="1633008" cy="849740"/>
          </a:xfrm>
        </p:spPr>
        <p:txBody>
          <a:bodyPr/>
          <a:lstStyle>
            <a:lvl1pPr>
              <a:defRPr sz="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Logo einfügen aus I:\PPT</a:t>
            </a:r>
          </a:p>
        </p:txBody>
      </p:sp>
      <p:sp>
        <p:nvSpPr>
          <p:cNvPr id="11" name="Bildplatzhalter 9"/>
          <p:cNvSpPr>
            <a:spLocks noGrp="1"/>
          </p:cNvSpPr>
          <p:nvPr>
            <p:ph type="pic" sz="quarter" idx="15" hasCustomPrompt="1"/>
          </p:nvPr>
        </p:nvSpPr>
        <p:spPr>
          <a:xfrm>
            <a:off x="680504" y="2828435"/>
            <a:ext cx="1633008" cy="849740"/>
          </a:xfrm>
        </p:spPr>
        <p:txBody>
          <a:bodyPr lIns="36000" tIns="36000" rIns="36000" bIns="36000"/>
          <a:lstStyle>
            <a:lvl1pPr>
              <a:defRPr sz="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Logo einfügen aus I:\PPT</a:t>
            </a:r>
          </a:p>
        </p:txBody>
      </p:sp>
      <p:sp>
        <p:nvSpPr>
          <p:cNvPr id="12" name="Bildplatzhalter 9"/>
          <p:cNvSpPr>
            <a:spLocks noGrp="1"/>
          </p:cNvSpPr>
          <p:nvPr>
            <p:ph type="pic" sz="quarter" idx="16" hasCustomPrompt="1"/>
          </p:nvPr>
        </p:nvSpPr>
        <p:spPr>
          <a:xfrm>
            <a:off x="680504" y="4014379"/>
            <a:ext cx="1633008" cy="849740"/>
          </a:xfrm>
        </p:spPr>
        <p:txBody>
          <a:bodyPr lIns="36000" tIns="36000" rIns="36000" bIns="36000"/>
          <a:lstStyle>
            <a:lvl1pPr>
              <a:defRPr sz="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Logo einfügen aus I:\PPT</a:t>
            </a:r>
          </a:p>
        </p:txBody>
      </p:sp>
      <p:sp>
        <p:nvSpPr>
          <p:cNvPr id="13" name="Bildplatzhalter 9"/>
          <p:cNvSpPr>
            <a:spLocks noGrp="1"/>
          </p:cNvSpPr>
          <p:nvPr>
            <p:ph type="pic" sz="quarter" idx="17" hasCustomPrompt="1"/>
          </p:nvPr>
        </p:nvSpPr>
        <p:spPr>
          <a:xfrm>
            <a:off x="2731556" y="1642491"/>
            <a:ext cx="1633008" cy="849740"/>
          </a:xfrm>
        </p:spPr>
        <p:txBody>
          <a:bodyPr/>
          <a:lstStyle>
            <a:lvl1pPr>
              <a:defRPr sz="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Logo einfügen aus I:\PPT</a:t>
            </a:r>
          </a:p>
        </p:txBody>
      </p:sp>
      <p:sp>
        <p:nvSpPr>
          <p:cNvPr id="14" name="Bildplatzhalter 9"/>
          <p:cNvSpPr>
            <a:spLocks noGrp="1"/>
          </p:cNvSpPr>
          <p:nvPr>
            <p:ph type="pic" sz="quarter" idx="18" hasCustomPrompt="1"/>
          </p:nvPr>
        </p:nvSpPr>
        <p:spPr>
          <a:xfrm>
            <a:off x="2731556" y="2828436"/>
            <a:ext cx="1633008" cy="849740"/>
          </a:xfrm>
        </p:spPr>
        <p:txBody>
          <a:bodyPr lIns="36000" tIns="36000" rIns="36000" bIns="36000"/>
          <a:lstStyle>
            <a:lvl1pPr>
              <a:defRPr sz="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Logo einfügen aus I:\PPT</a:t>
            </a:r>
          </a:p>
        </p:txBody>
      </p:sp>
      <p:sp>
        <p:nvSpPr>
          <p:cNvPr id="15" name="Bildplatzhalter 9"/>
          <p:cNvSpPr>
            <a:spLocks noGrp="1"/>
          </p:cNvSpPr>
          <p:nvPr>
            <p:ph type="pic" sz="quarter" idx="19" hasCustomPrompt="1"/>
          </p:nvPr>
        </p:nvSpPr>
        <p:spPr>
          <a:xfrm>
            <a:off x="2731556" y="4014379"/>
            <a:ext cx="1633008" cy="849740"/>
          </a:xfrm>
        </p:spPr>
        <p:txBody>
          <a:bodyPr lIns="36000" tIns="36000" rIns="36000" bIns="36000"/>
          <a:lstStyle>
            <a:lvl1pPr>
              <a:defRPr sz="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Logo einfügen aus I:\PPT</a:t>
            </a:r>
          </a:p>
        </p:txBody>
      </p:sp>
      <p:sp>
        <p:nvSpPr>
          <p:cNvPr id="16" name="Bildplatzhalter 9"/>
          <p:cNvSpPr>
            <a:spLocks noGrp="1"/>
          </p:cNvSpPr>
          <p:nvPr>
            <p:ph type="pic" sz="quarter" idx="20" hasCustomPrompt="1"/>
          </p:nvPr>
        </p:nvSpPr>
        <p:spPr>
          <a:xfrm>
            <a:off x="4782608" y="1642491"/>
            <a:ext cx="1633008" cy="849740"/>
          </a:xfrm>
        </p:spPr>
        <p:txBody>
          <a:bodyPr/>
          <a:lstStyle>
            <a:lvl1pPr>
              <a:defRPr sz="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Logo einfügen aus I:\PPT</a:t>
            </a:r>
          </a:p>
        </p:txBody>
      </p:sp>
      <p:sp>
        <p:nvSpPr>
          <p:cNvPr id="17" name="Bildplatzhalter 9"/>
          <p:cNvSpPr>
            <a:spLocks noGrp="1"/>
          </p:cNvSpPr>
          <p:nvPr>
            <p:ph type="pic" sz="quarter" idx="21" hasCustomPrompt="1"/>
          </p:nvPr>
        </p:nvSpPr>
        <p:spPr>
          <a:xfrm>
            <a:off x="4782608" y="2828436"/>
            <a:ext cx="1633008" cy="849740"/>
          </a:xfrm>
        </p:spPr>
        <p:txBody>
          <a:bodyPr lIns="36000" tIns="36000" rIns="36000" bIns="36000"/>
          <a:lstStyle>
            <a:lvl1pPr>
              <a:defRPr sz="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Logo einfügen aus I:\PPT</a:t>
            </a:r>
          </a:p>
        </p:txBody>
      </p:sp>
      <p:sp>
        <p:nvSpPr>
          <p:cNvPr id="18" name="Bildplatzhalter 9"/>
          <p:cNvSpPr>
            <a:spLocks noGrp="1"/>
          </p:cNvSpPr>
          <p:nvPr>
            <p:ph type="pic" sz="quarter" idx="22" hasCustomPrompt="1"/>
          </p:nvPr>
        </p:nvSpPr>
        <p:spPr>
          <a:xfrm>
            <a:off x="4782608" y="4014379"/>
            <a:ext cx="1633008" cy="849740"/>
          </a:xfrm>
        </p:spPr>
        <p:txBody>
          <a:bodyPr lIns="36000" tIns="36000" rIns="36000" bIns="36000"/>
          <a:lstStyle>
            <a:lvl1pPr>
              <a:defRPr sz="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Logo einfügen aus I:\PPT</a:t>
            </a:r>
          </a:p>
        </p:txBody>
      </p:sp>
      <p:sp>
        <p:nvSpPr>
          <p:cNvPr id="19" name="Bildplatzhalter 9"/>
          <p:cNvSpPr>
            <a:spLocks noGrp="1"/>
          </p:cNvSpPr>
          <p:nvPr>
            <p:ph type="pic" sz="quarter" idx="23" hasCustomPrompt="1"/>
          </p:nvPr>
        </p:nvSpPr>
        <p:spPr>
          <a:xfrm>
            <a:off x="6836831" y="1642491"/>
            <a:ext cx="1633008" cy="849740"/>
          </a:xfrm>
        </p:spPr>
        <p:txBody>
          <a:bodyPr/>
          <a:lstStyle>
            <a:lvl1pPr>
              <a:defRPr sz="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Logo einfügen aus I:\PPT</a:t>
            </a:r>
          </a:p>
        </p:txBody>
      </p:sp>
      <p:sp>
        <p:nvSpPr>
          <p:cNvPr id="20" name="Bildplatzhalter 9"/>
          <p:cNvSpPr>
            <a:spLocks noGrp="1"/>
          </p:cNvSpPr>
          <p:nvPr>
            <p:ph type="pic" sz="quarter" idx="24" hasCustomPrompt="1"/>
          </p:nvPr>
        </p:nvSpPr>
        <p:spPr>
          <a:xfrm>
            <a:off x="6836831" y="2828436"/>
            <a:ext cx="1633008" cy="849740"/>
          </a:xfrm>
        </p:spPr>
        <p:txBody>
          <a:bodyPr lIns="36000" tIns="36000" rIns="36000" bIns="36000"/>
          <a:lstStyle>
            <a:lvl1pPr>
              <a:defRPr sz="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Logo einfügen aus I:\PPT</a:t>
            </a:r>
          </a:p>
        </p:txBody>
      </p:sp>
      <p:sp>
        <p:nvSpPr>
          <p:cNvPr id="21" name="Bildplatzhalter 9"/>
          <p:cNvSpPr>
            <a:spLocks noGrp="1"/>
          </p:cNvSpPr>
          <p:nvPr>
            <p:ph type="pic" sz="quarter" idx="25" hasCustomPrompt="1"/>
          </p:nvPr>
        </p:nvSpPr>
        <p:spPr>
          <a:xfrm>
            <a:off x="6836831" y="4014379"/>
            <a:ext cx="1633008" cy="849740"/>
          </a:xfrm>
        </p:spPr>
        <p:txBody>
          <a:bodyPr lIns="36000" tIns="36000" rIns="36000" bIns="36000"/>
          <a:lstStyle>
            <a:lvl1pPr>
              <a:defRPr sz="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Logo einfügen aus I:\PPT</a:t>
            </a:r>
          </a:p>
        </p:txBody>
      </p:sp>
      <p:sp>
        <p:nvSpPr>
          <p:cNvPr id="24" name="Foliennummernplatzhalter 23"/>
          <p:cNvSpPr>
            <a:spLocks noGrp="1"/>
          </p:cNvSpPr>
          <p:nvPr>
            <p:ph type="sldNum" sz="quarter" idx="28"/>
          </p:nvPr>
        </p:nvSpPr>
        <p:spPr>
          <a:xfrm>
            <a:off x="7673340" y="405776"/>
            <a:ext cx="1002348" cy="241924"/>
          </a:xfrm>
        </p:spPr>
        <p:txBody>
          <a:bodyPr/>
          <a:lstStyle/>
          <a:p>
            <a:r>
              <a:rPr lang="de-DE" sz="3800" b="0" baseline="18000" dirty="0">
                <a:latin typeface="init_signs normal" panose="00000500000000000000" pitchFamily="2" charset="0"/>
              </a:rPr>
              <a:t>I</a:t>
            </a:r>
            <a:r>
              <a:rPr lang="de-DE" b="0" dirty="0"/>
              <a:t>   </a:t>
            </a:r>
            <a:fld id="{9A06CF99-E636-44D5-8E04-7E87B3396B71}" type="slidenum">
              <a:rPr sz="1000" smtClean="0"/>
              <a:pPr/>
              <a:t>‹Nr.›</a:t>
            </a:fld>
            <a:endParaRPr sz="1000" dirty="0"/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733905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587" userDrawn="1">
          <p15:clr>
            <a:srgbClr val="FBAE40"/>
          </p15:clr>
        </p15:guide>
        <p15:guide id="2" pos="4173" userDrawn="1">
          <p15:clr>
            <a:srgbClr val="FBAE40"/>
          </p15:clr>
        </p15:guide>
        <p15:guide id="3" orient="horz" pos="1665" userDrawn="1">
          <p15:clr>
            <a:srgbClr val="FBAE40"/>
          </p15:clr>
        </p15:guide>
        <p15:guide id="4" orient="horz" pos="2414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12" name="Bildplatzhalter 11"/>
          <p:cNvSpPr>
            <a:spLocks noGrp="1"/>
          </p:cNvSpPr>
          <p:nvPr>
            <p:ph type="pic" sz="quarter" idx="14" hasCustomPrompt="1"/>
          </p:nvPr>
        </p:nvSpPr>
        <p:spPr>
          <a:xfrm>
            <a:off x="473497" y="2680338"/>
            <a:ext cx="2052000" cy="2052000"/>
          </a:xfrm>
        </p:spPr>
        <p:txBody>
          <a:bodyPr lIns="36000" tIns="36000" rIns="36000" bIns="36000"/>
          <a:lstStyle>
            <a:lvl1pPr marL="0" marR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 sz="600">
                <a:solidFill>
                  <a:schemeClr val="accent1"/>
                </a:solidFill>
              </a:defRPr>
            </a:lvl1pPr>
          </a:lstStyle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Foto einfügen aus I:\Fotos\Mitarbeiterfotos</a:t>
            </a:r>
          </a:p>
        </p:txBody>
      </p:sp>
      <p:sp>
        <p:nvSpPr>
          <p:cNvPr id="13" name="Bildplatzhalter 11"/>
          <p:cNvSpPr>
            <a:spLocks noGrp="1"/>
          </p:cNvSpPr>
          <p:nvPr>
            <p:ph type="pic" sz="quarter" idx="15" hasCustomPrompt="1"/>
          </p:nvPr>
        </p:nvSpPr>
        <p:spPr>
          <a:xfrm>
            <a:off x="2523175" y="2680338"/>
            <a:ext cx="2052000" cy="2052000"/>
          </a:xfrm>
        </p:spPr>
        <p:txBody>
          <a:bodyPr lIns="36000" tIns="36000" rIns="36000" bIns="36000"/>
          <a:lstStyle>
            <a:lvl1pPr marL="0" marR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 sz="600">
                <a:solidFill>
                  <a:schemeClr val="accent1"/>
                </a:solidFill>
              </a:defRPr>
            </a:lvl1pPr>
          </a:lstStyle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Foto einfügen aus I:\Fotos\Mitarbeiterfotos</a:t>
            </a:r>
          </a:p>
        </p:txBody>
      </p:sp>
      <p:sp>
        <p:nvSpPr>
          <p:cNvPr id="14" name="Bildplatzhalter 11"/>
          <p:cNvSpPr>
            <a:spLocks noGrp="1"/>
          </p:cNvSpPr>
          <p:nvPr>
            <p:ph type="pic" sz="quarter" idx="16" hasCustomPrompt="1"/>
          </p:nvPr>
        </p:nvSpPr>
        <p:spPr>
          <a:xfrm>
            <a:off x="4572853" y="2680338"/>
            <a:ext cx="2052000" cy="2052000"/>
          </a:xfrm>
        </p:spPr>
        <p:txBody>
          <a:bodyPr lIns="36000" tIns="36000" rIns="36000" bIns="36000"/>
          <a:lstStyle>
            <a:lvl1pPr marL="0" marR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 sz="600">
                <a:solidFill>
                  <a:schemeClr val="accent1"/>
                </a:solidFill>
              </a:defRPr>
            </a:lvl1pPr>
          </a:lstStyle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Foto einfügen aus I:\Fotos\Mitarbeiterfotos</a:t>
            </a:r>
          </a:p>
        </p:txBody>
      </p:sp>
      <p:sp>
        <p:nvSpPr>
          <p:cNvPr id="15" name="Bildplatzhalter 11"/>
          <p:cNvSpPr>
            <a:spLocks noGrp="1"/>
          </p:cNvSpPr>
          <p:nvPr>
            <p:ph type="pic" sz="quarter" idx="17" hasCustomPrompt="1"/>
          </p:nvPr>
        </p:nvSpPr>
        <p:spPr>
          <a:xfrm>
            <a:off x="6622532" y="2680338"/>
            <a:ext cx="2052000" cy="2052000"/>
          </a:xfrm>
        </p:spPr>
        <p:txBody>
          <a:bodyPr lIns="36000" tIns="36000" rIns="36000" bIns="36000"/>
          <a:lstStyle>
            <a:lvl1pPr marL="0" marR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 sz="600">
                <a:solidFill>
                  <a:schemeClr val="accent1"/>
                </a:solidFill>
              </a:defRPr>
            </a:lvl1pPr>
          </a:lstStyle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Foto einfügen aus I:\Fotos\Mitarbeiterfotos</a:t>
            </a:r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9" hasCustomPrompt="1"/>
          </p:nvPr>
        </p:nvSpPr>
        <p:spPr>
          <a:xfrm>
            <a:off x="468312" y="1985949"/>
            <a:ext cx="1800000" cy="193899"/>
          </a:xfrm>
        </p:spPr>
        <p:txBody>
          <a:bodyPr anchor="b" anchorCtr="0">
            <a:noAutofit/>
          </a:bodyPr>
          <a:lstStyle>
            <a:lvl1pPr>
              <a:defRPr sz="1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Vorname Name</a:t>
            </a:r>
          </a:p>
        </p:txBody>
      </p:sp>
      <p:sp>
        <p:nvSpPr>
          <p:cNvPr id="20" name="Textplatzhalter 19"/>
          <p:cNvSpPr>
            <a:spLocks noGrp="1"/>
          </p:cNvSpPr>
          <p:nvPr>
            <p:ph type="body" sz="quarter" idx="23" hasCustomPrompt="1"/>
          </p:nvPr>
        </p:nvSpPr>
        <p:spPr>
          <a:xfrm>
            <a:off x="468313" y="2180438"/>
            <a:ext cx="1800792" cy="193899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pPr lvl="0"/>
            <a:r>
              <a:rPr lang="de-DE" dirty="0"/>
              <a:t>Funktion</a:t>
            </a:r>
          </a:p>
        </p:txBody>
      </p:sp>
      <p:sp>
        <p:nvSpPr>
          <p:cNvPr id="25" name="Textplatzhalter 8"/>
          <p:cNvSpPr>
            <a:spLocks noGrp="1"/>
          </p:cNvSpPr>
          <p:nvPr>
            <p:ph type="body" sz="quarter" idx="24" hasCustomPrompt="1"/>
          </p:nvPr>
        </p:nvSpPr>
        <p:spPr>
          <a:xfrm>
            <a:off x="2523175" y="1985949"/>
            <a:ext cx="1800000" cy="193899"/>
          </a:xfrm>
        </p:spPr>
        <p:txBody>
          <a:bodyPr anchor="b" anchorCtr="0">
            <a:noAutofit/>
          </a:bodyPr>
          <a:lstStyle>
            <a:lvl1pPr>
              <a:defRPr sz="1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Vorname Name</a:t>
            </a:r>
          </a:p>
        </p:txBody>
      </p:sp>
      <p:sp>
        <p:nvSpPr>
          <p:cNvPr id="26" name="Textplatzhalter 19"/>
          <p:cNvSpPr>
            <a:spLocks noGrp="1"/>
          </p:cNvSpPr>
          <p:nvPr>
            <p:ph type="body" sz="quarter" idx="25" hasCustomPrompt="1"/>
          </p:nvPr>
        </p:nvSpPr>
        <p:spPr>
          <a:xfrm>
            <a:off x="2523176" y="2180438"/>
            <a:ext cx="1800792" cy="193899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pPr lvl="0"/>
            <a:r>
              <a:rPr lang="de-DE" dirty="0"/>
              <a:t>Funktion</a:t>
            </a:r>
          </a:p>
        </p:txBody>
      </p:sp>
      <p:sp>
        <p:nvSpPr>
          <p:cNvPr id="27" name="Textplatzhalter 8"/>
          <p:cNvSpPr>
            <a:spLocks noGrp="1"/>
          </p:cNvSpPr>
          <p:nvPr>
            <p:ph type="body" sz="quarter" idx="26" hasCustomPrompt="1"/>
          </p:nvPr>
        </p:nvSpPr>
        <p:spPr>
          <a:xfrm>
            <a:off x="4572853" y="1985949"/>
            <a:ext cx="1800000" cy="193899"/>
          </a:xfrm>
        </p:spPr>
        <p:txBody>
          <a:bodyPr anchor="b" anchorCtr="0">
            <a:noAutofit/>
          </a:bodyPr>
          <a:lstStyle>
            <a:lvl1pPr>
              <a:defRPr sz="1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Vorname Name</a:t>
            </a:r>
          </a:p>
        </p:txBody>
      </p:sp>
      <p:sp>
        <p:nvSpPr>
          <p:cNvPr id="28" name="Textplatzhalter 19"/>
          <p:cNvSpPr>
            <a:spLocks noGrp="1"/>
          </p:cNvSpPr>
          <p:nvPr>
            <p:ph type="body" sz="quarter" idx="27" hasCustomPrompt="1"/>
          </p:nvPr>
        </p:nvSpPr>
        <p:spPr>
          <a:xfrm>
            <a:off x="4572854" y="2180438"/>
            <a:ext cx="1800792" cy="193899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pPr lvl="0"/>
            <a:r>
              <a:rPr lang="de-DE" dirty="0"/>
              <a:t>Funktion</a:t>
            </a:r>
          </a:p>
        </p:txBody>
      </p:sp>
      <p:sp>
        <p:nvSpPr>
          <p:cNvPr id="29" name="Textplatzhalter 8"/>
          <p:cNvSpPr>
            <a:spLocks noGrp="1"/>
          </p:cNvSpPr>
          <p:nvPr>
            <p:ph type="body" sz="quarter" idx="28" hasCustomPrompt="1"/>
          </p:nvPr>
        </p:nvSpPr>
        <p:spPr>
          <a:xfrm>
            <a:off x="6628509" y="1985949"/>
            <a:ext cx="1800000" cy="193899"/>
          </a:xfrm>
        </p:spPr>
        <p:txBody>
          <a:bodyPr anchor="b" anchorCtr="0">
            <a:noAutofit/>
          </a:bodyPr>
          <a:lstStyle>
            <a:lvl1pPr>
              <a:defRPr sz="14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Vorname Name</a:t>
            </a:r>
          </a:p>
        </p:txBody>
      </p:sp>
      <p:sp>
        <p:nvSpPr>
          <p:cNvPr id="30" name="Textplatzhalter 19"/>
          <p:cNvSpPr>
            <a:spLocks noGrp="1"/>
          </p:cNvSpPr>
          <p:nvPr>
            <p:ph type="body" sz="quarter" idx="29" hasCustomPrompt="1"/>
          </p:nvPr>
        </p:nvSpPr>
        <p:spPr>
          <a:xfrm>
            <a:off x="6628510" y="2180438"/>
            <a:ext cx="1800792" cy="193899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pPr lvl="0"/>
            <a:r>
              <a:rPr lang="de-DE" dirty="0"/>
              <a:t>Funktion</a:t>
            </a:r>
          </a:p>
        </p:txBody>
      </p:sp>
      <p:sp>
        <p:nvSpPr>
          <p:cNvPr id="31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468314" y="783853"/>
            <a:ext cx="8207374" cy="395771"/>
          </a:xfrm>
        </p:spPr>
        <p:txBody>
          <a:bodyPr lIns="0" tIns="0" rIns="0" bIns="0" anchor="t" anchorCtr="0">
            <a:noAutofit/>
          </a:bodyPr>
          <a:lstStyle>
            <a:lvl1pPr marL="0" indent="0">
              <a:buNone/>
              <a:defRPr sz="2800" b="0">
                <a:solidFill>
                  <a:schemeClr val="tx2"/>
                </a:solidFill>
                <a:latin typeface="+mj-lt"/>
              </a:defRPr>
            </a:lvl1pPr>
            <a:lvl2pPr marL="308663" indent="0">
              <a:buNone/>
              <a:defRPr sz="1350" b="1"/>
            </a:lvl2pPr>
            <a:lvl3pPr marL="617325" indent="0">
              <a:buNone/>
              <a:defRPr sz="1215" b="1"/>
            </a:lvl3pPr>
            <a:lvl4pPr marL="925988" indent="0">
              <a:buNone/>
              <a:defRPr sz="1080" b="1"/>
            </a:lvl4pPr>
            <a:lvl5pPr marL="1234651" indent="0">
              <a:buNone/>
              <a:defRPr sz="1080" b="1"/>
            </a:lvl5pPr>
            <a:lvl6pPr marL="1543313" indent="0">
              <a:buNone/>
              <a:defRPr sz="1080" b="1"/>
            </a:lvl6pPr>
            <a:lvl7pPr marL="1851976" indent="0">
              <a:buNone/>
              <a:defRPr sz="1080" b="1"/>
            </a:lvl7pPr>
            <a:lvl8pPr marL="2160640" indent="0">
              <a:buNone/>
              <a:defRPr sz="1080" b="1"/>
            </a:lvl8pPr>
            <a:lvl9pPr marL="2469302" indent="0">
              <a:buNone/>
              <a:defRPr sz="1080" b="1"/>
            </a:lvl9pPr>
          </a:lstStyle>
          <a:p>
            <a:pPr lvl="0"/>
            <a:r>
              <a:rPr lang="de-DE" dirty="0"/>
              <a:t>Untertitel (optional)</a:t>
            </a:r>
          </a:p>
        </p:txBody>
      </p:sp>
      <p:sp>
        <p:nvSpPr>
          <p:cNvPr id="1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88580" y="4732338"/>
            <a:ext cx="987108" cy="25114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lang="de-DE" sz="1300" b="1" smtClean="0">
                <a:solidFill>
                  <a:schemeClr val="tx1"/>
                </a:solidFill>
              </a:defRPr>
            </a:lvl1pPr>
          </a:lstStyle>
          <a:p>
            <a:r>
              <a:rPr lang="de-DE" b="0" dirty="0"/>
              <a:t>   </a:t>
            </a:r>
            <a:fld id="{9A06CF99-E636-44D5-8E04-7E87B3396B71}" type="slidenum">
              <a:rPr sz="1000" smtClean="0"/>
              <a:pPr/>
              <a:t>‹Nr.›</a:t>
            </a:fld>
            <a:endParaRPr sz="1000" dirty="0"/>
          </a:p>
        </p:txBody>
      </p:sp>
    </p:spTree>
    <p:extLst>
      <p:ext uri="{BB962C8B-B14F-4D97-AF65-F5344CB8AC3E}">
        <p14:creationId xmlns:p14="http://schemas.microsoft.com/office/powerpoint/2010/main" val="6464949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s/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de-DE"/>
              <a:t>Titelmasterformat durch Klicken bearbeiten</a:t>
            </a:r>
            <a:endParaRPr lang="en-US" dirty="0"/>
          </a:p>
        </p:txBody>
      </p:sp>
      <p:cxnSp>
        <p:nvCxnSpPr>
          <p:cNvPr id="10" name="Gerader Verbinder 9"/>
          <p:cNvCxnSpPr/>
          <p:nvPr userDrawn="1"/>
        </p:nvCxnSpPr>
        <p:spPr>
          <a:xfrm>
            <a:off x="468311" y="2906052"/>
            <a:ext cx="820737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Bildplatzhalter 11"/>
          <p:cNvSpPr>
            <a:spLocks noGrp="1"/>
          </p:cNvSpPr>
          <p:nvPr>
            <p:ph type="pic" sz="quarter" idx="14" hasCustomPrompt="1"/>
          </p:nvPr>
        </p:nvSpPr>
        <p:spPr>
          <a:xfrm>
            <a:off x="473497" y="3244354"/>
            <a:ext cx="1139554" cy="960698"/>
          </a:xfrm>
        </p:spPr>
        <p:txBody>
          <a:bodyPr lIns="36000" tIns="36000" rIns="36000" bIns="36000"/>
          <a:lstStyle>
            <a:lvl1pPr>
              <a:defRPr sz="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Logo einfügen aus I:\PPT</a:t>
            </a:r>
          </a:p>
        </p:txBody>
      </p:sp>
      <p:sp>
        <p:nvSpPr>
          <p:cNvPr id="13" name="Bildplatzhalter 11"/>
          <p:cNvSpPr>
            <a:spLocks noGrp="1"/>
          </p:cNvSpPr>
          <p:nvPr>
            <p:ph type="pic" sz="quarter" idx="15" hasCustomPrompt="1"/>
          </p:nvPr>
        </p:nvSpPr>
        <p:spPr>
          <a:xfrm>
            <a:off x="1883567" y="3244354"/>
            <a:ext cx="1139554" cy="960698"/>
          </a:xfrm>
        </p:spPr>
        <p:txBody>
          <a:bodyPr lIns="36000" tIns="36000" rIns="36000" bIns="36000"/>
          <a:lstStyle>
            <a:lvl1pPr>
              <a:defRPr sz="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Logo einfügen aus I:\PPT</a:t>
            </a:r>
          </a:p>
        </p:txBody>
      </p:sp>
      <p:sp>
        <p:nvSpPr>
          <p:cNvPr id="14" name="Bildplatzhalter 11"/>
          <p:cNvSpPr>
            <a:spLocks noGrp="1"/>
          </p:cNvSpPr>
          <p:nvPr>
            <p:ph type="pic" sz="quarter" idx="16" hasCustomPrompt="1"/>
          </p:nvPr>
        </p:nvSpPr>
        <p:spPr>
          <a:xfrm>
            <a:off x="3293637" y="3244354"/>
            <a:ext cx="1139554" cy="960698"/>
          </a:xfrm>
        </p:spPr>
        <p:txBody>
          <a:bodyPr lIns="36000" tIns="36000" rIns="36000" bIns="36000"/>
          <a:lstStyle>
            <a:lvl1pPr>
              <a:defRPr sz="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Logo einfügen aus I:\PPT</a:t>
            </a:r>
          </a:p>
        </p:txBody>
      </p:sp>
      <p:sp>
        <p:nvSpPr>
          <p:cNvPr id="15" name="Bildplatzhalter 11"/>
          <p:cNvSpPr>
            <a:spLocks noGrp="1"/>
          </p:cNvSpPr>
          <p:nvPr>
            <p:ph type="pic" sz="quarter" idx="17" hasCustomPrompt="1"/>
          </p:nvPr>
        </p:nvSpPr>
        <p:spPr>
          <a:xfrm>
            <a:off x="4703707" y="3244354"/>
            <a:ext cx="1139554" cy="960698"/>
          </a:xfrm>
        </p:spPr>
        <p:txBody>
          <a:bodyPr lIns="36000" tIns="36000" rIns="36000" bIns="36000"/>
          <a:lstStyle>
            <a:lvl1pPr>
              <a:defRPr sz="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Logo einfügen aus I:\PPT</a:t>
            </a:r>
          </a:p>
        </p:txBody>
      </p:sp>
      <p:sp>
        <p:nvSpPr>
          <p:cNvPr id="16" name="Bildplatzhalter 11"/>
          <p:cNvSpPr>
            <a:spLocks noGrp="1"/>
          </p:cNvSpPr>
          <p:nvPr>
            <p:ph type="pic" sz="quarter" idx="18" hasCustomPrompt="1"/>
          </p:nvPr>
        </p:nvSpPr>
        <p:spPr>
          <a:xfrm>
            <a:off x="6113777" y="3244354"/>
            <a:ext cx="1139554" cy="960698"/>
          </a:xfrm>
        </p:spPr>
        <p:txBody>
          <a:bodyPr lIns="36000" tIns="36000" rIns="36000" bIns="36000"/>
          <a:lstStyle>
            <a:lvl1pPr>
              <a:defRPr sz="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Logo einfügen aus I:\PPT</a:t>
            </a:r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9" hasCustomPrompt="1"/>
          </p:nvPr>
        </p:nvSpPr>
        <p:spPr>
          <a:xfrm>
            <a:off x="468312" y="1566545"/>
            <a:ext cx="1800000" cy="470898"/>
          </a:xfrm>
        </p:spPr>
        <p:txBody>
          <a:bodyPr>
            <a:noAutofit/>
          </a:bodyPr>
          <a:lstStyle>
            <a:lvl1pPr>
              <a:defRPr sz="3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Zahl</a:t>
            </a:r>
          </a:p>
        </p:txBody>
      </p:sp>
      <p:sp>
        <p:nvSpPr>
          <p:cNvPr id="17" name="Textplatzhalter 8"/>
          <p:cNvSpPr>
            <a:spLocks noGrp="1"/>
          </p:cNvSpPr>
          <p:nvPr>
            <p:ph type="body" sz="quarter" idx="20" hasCustomPrompt="1"/>
          </p:nvPr>
        </p:nvSpPr>
        <p:spPr>
          <a:xfrm>
            <a:off x="2520157" y="1566545"/>
            <a:ext cx="1800000" cy="470898"/>
          </a:xfrm>
        </p:spPr>
        <p:txBody>
          <a:bodyPr>
            <a:noAutofit/>
          </a:bodyPr>
          <a:lstStyle>
            <a:lvl1pPr>
              <a:defRPr sz="3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Zahl</a:t>
            </a:r>
          </a:p>
        </p:txBody>
      </p:sp>
      <p:sp>
        <p:nvSpPr>
          <p:cNvPr id="18" name="Textplatzhalter 8"/>
          <p:cNvSpPr>
            <a:spLocks noGrp="1"/>
          </p:cNvSpPr>
          <p:nvPr>
            <p:ph type="body" sz="quarter" idx="21" hasCustomPrompt="1"/>
          </p:nvPr>
        </p:nvSpPr>
        <p:spPr>
          <a:xfrm>
            <a:off x="4572002" y="1566545"/>
            <a:ext cx="1800000" cy="470898"/>
          </a:xfrm>
        </p:spPr>
        <p:txBody>
          <a:bodyPr>
            <a:noAutofit/>
          </a:bodyPr>
          <a:lstStyle>
            <a:lvl1pPr>
              <a:defRPr sz="3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Zahl</a:t>
            </a:r>
          </a:p>
        </p:txBody>
      </p:sp>
      <p:sp>
        <p:nvSpPr>
          <p:cNvPr id="19" name="Textplatzhalter 8"/>
          <p:cNvSpPr>
            <a:spLocks noGrp="1"/>
          </p:cNvSpPr>
          <p:nvPr>
            <p:ph type="body" sz="quarter" idx="22" hasCustomPrompt="1"/>
          </p:nvPr>
        </p:nvSpPr>
        <p:spPr>
          <a:xfrm>
            <a:off x="6623847" y="1566545"/>
            <a:ext cx="1800000" cy="470898"/>
          </a:xfrm>
        </p:spPr>
        <p:txBody>
          <a:bodyPr>
            <a:noAutofit/>
          </a:bodyPr>
          <a:lstStyle>
            <a:lvl1pPr>
              <a:defRPr sz="34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de-DE" dirty="0"/>
              <a:t>Zahl</a:t>
            </a:r>
          </a:p>
        </p:txBody>
      </p:sp>
      <p:sp>
        <p:nvSpPr>
          <p:cNvPr id="20" name="Textplatzhalter 19"/>
          <p:cNvSpPr>
            <a:spLocks noGrp="1"/>
          </p:cNvSpPr>
          <p:nvPr>
            <p:ph type="body" sz="quarter" idx="23" hasCustomPrompt="1"/>
          </p:nvPr>
        </p:nvSpPr>
        <p:spPr>
          <a:xfrm>
            <a:off x="468313" y="2038034"/>
            <a:ext cx="1800792" cy="759020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400" baseline="0"/>
            </a:lvl1pPr>
          </a:lstStyle>
          <a:p>
            <a:pPr lvl="0"/>
            <a:r>
              <a:rPr lang="de-DE" dirty="0"/>
              <a:t>Inhalt mit max. 3 Zeilen, Breite &amp; Position anpassen.</a:t>
            </a:r>
          </a:p>
        </p:txBody>
      </p:sp>
      <p:sp>
        <p:nvSpPr>
          <p:cNvPr id="21" name="Textplatzhalter 19"/>
          <p:cNvSpPr>
            <a:spLocks noGrp="1"/>
          </p:cNvSpPr>
          <p:nvPr>
            <p:ph type="body" sz="quarter" idx="24" hasCustomPrompt="1"/>
          </p:nvPr>
        </p:nvSpPr>
        <p:spPr>
          <a:xfrm>
            <a:off x="2519364" y="2038034"/>
            <a:ext cx="1800792" cy="759020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400"/>
            </a:lvl1pPr>
          </a:lstStyle>
          <a:p>
            <a:pPr lvl="0"/>
            <a:r>
              <a:rPr lang="de-DE" dirty="0"/>
              <a:t>Inhalt mit max. 3 Zeilen, Breite &amp; Position anpassen.</a:t>
            </a:r>
          </a:p>
        </p:txBody>
      </p:sp>
      <p:sp>
        <p:nvSpPr>
          <p:cNvPr id="22" name="Textplatzhalter 19"/>
          <p:cNvSpPr>
            <a:spLocks noGrp="1"/>
          </p:cNvSpPr>
          <p:nvPr>
            <p:ph type="body" sz="quarter" idx="25" hasCustomPrompt="1"/>
          </p:nvPr>
        </p:nvSpPr>
        <p:spPr>
          <a:xfrm>
            <a:off x="4572000" y="2038034"/>
            <a:ext cx="1800792" cy="759020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400"/>
            </a:lvl1pPr>
          </a:lstStyle>
          <a:p>
            <a:pPr lvl="0"/>
            <a:r>
              <a:rPr lang="de-DE" dirty="0"/>
              <a:t>Inhalt mit max. 3 Zeilen, Breite &amp; Position anpassen.</a:t>
            </a:r>
          </a:p>
        </p:txBody>
      </p:sp>
      <p:sp>
        <p:nvSpPr>
          <p:cNvPr id="23" name="Textplatzhalter 19"/>
          <p:cNvSpPr>
            <a:spLocks noGrp="1"/>
          </p:cNvSpPr>
          <p:nvPr>
            <p:ph type="body" sz="quarter" idx="26" hasCustomPrompt="1"/>
          </p:nvPr>
        </p:nvSpPr>
        <p:spPr>
          <a:xfrm>
            <a:off x="6623451" y="2038034"/>
            <a:ext cx="1800792" cy="759020"/>
          </a:xfrm>
        </p:spPr>
        <p:txBody>
          <a:bodyPr>
            <a:noAutofit/>
          </a:bodyPr>
          <a:lstStyle>
            <a:lvl1pPr>
              <a:lnSpc>
                <a:spcPct val="110000"/>
              </a:lnSpc>
              <a:defRPr sz="1400"/>
            </a:lvl1pPr>
          </a:lstStyle>
          <a:p>
            <a:pPr lvl="0"/>
            <a:r>
              <a:rPr lang="de-DE" dirty="0"/>
              <a:t>Inhalt mit max. 3 Zeilen, Breite &amp; Position anpassen.</a:t>
            </a:r>
          </a:p>
        </p:txBody>
      </p:sp>
      <p:sp>
        <p:nvSpPr>
          <p:cNvPr id="24" name="Bildplatzhalter 11"/>
          <p:cNvSpPr>
            <a:spLocks noGrp="1"/>
          </p:cNvSpPr>
          <p:nvPr>
            <p:ph type="pic" sz="quarter" idx="27" hasCustomPrompt="1"/>
          </p:nvPr>
        </p:nvSpPr>
        <p:spPr>
          <a:xfrm>
            <a:off x="7523847" y="3244354"/>
            <a:ext cx="1139554" cy="960698"/>
          </a:xfrm>
        </p:spPr>
        <p:txBody>
          <a:bodyPr lIns="36000" tIns="36000" rIns="36000" bIns="36000"/>
          <a:lstStyle>
            <a:lvl1pPr>
              <a:defRPr sz="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Logo einfügen aus I:\PPT</a:t>
            </a:r>
          </a:p>
        </p:txBody>
      </p:sp>
      <p:sp>
        <p:nvSpPr>
          <p:cNvPr id="2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88580" y="4732338"/>
            <a:ext cx="987108" cy="25114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lang="de-DE" sz="1300" b="1" smtClean="0">
                <a:solidFill>
                  <a:schemeClr val="tx1"/>
                </a:solidFill>
              </a:defRPr>
            </a:lvl1pPr>
          </a:lstStyle>
          <a:p>
            <a:r>
              <a:rPr lang="de-DE" b="0" dirty="0"/>
              <a:t>   </a:t>
            </a:r>
            <a:fld id="{9A06CF99-E636-44D5-8E04-7E87B3396B71}" type="slidenum">
              <a:rPr sz="1000" smtClean="0"/>
              <a:pPr/>
              <a:t>‹Nr.›</a:t>
            </a:fld>
            <a:endParaRPr sz="1000" dirty="0"/>
          </a:p>
        </p:txBody>
      </p:sp>
    </p:spTree>
    <p:extLst>
      <p:ext uri="{BB962C8B-B14F-4D97-AF65-F5344CB8AC3E}">
        <p14:creationId xmlns:p14="http://schemas.microsoft.com/office/powerpoint/2010/main" val="26613384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s/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12" name="Bildplatzhalter 11"/>
          <p:cNvSpPr>
            <a:spLocks noGrp="1"/>
          </p:cNvSpPr>
          <p:nvPr>
            <p:ph type="pic" sz="quarter" idx="14" hasCustomPrompt="1"/>
          </p:nvPr>
        </p:nvSpPr>
        <p:spPr>
          <a:xfrm>
            <a:off x="468313" y="2571750"/>
            <a:ext cx="540000" cy="540000"/>
          </a:xfrm>
        </p:spPr>
        <p:txBody>
          <a:bodyPr/>
          <a:lstStyle>
            <a:lvl1pPr marL="0" marR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 sz="600">
                <a:solidFill>
                  <a:schemeClr val="accent1"/>
                </a:solidFill>
              </a:defRPr>
            </a:lvl1pPr>
          </a:lstStyle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Icon einfügen aus I:\PPT.</a:t>
            </a:r>
          </a:p>
        </p:txBody>
      </p:sp>
      <p:sp>
        <p:nvSpPr>
          <p:cNvPr id="13" name="Bildplatzhalter 11"/>
          <p:cNvSpPr>
            <a:spLocks noGrp="1"/>
          </p:cNvSpPr>
          <p:nvPr>
            <p:ph type="pic" sz="quarter" idx="15" hasCustomPrompt="1"/>
          </p:nvPr>
        </p:nvSpPr>
        <p:spPr>
          <a:xfrm>
            <a:off x="3198816" y="2571750"/>
            <a:ext cx="540000" cy="540000"/>
          </a:xfrm>
        </p:spPr>
        <p:txBody>
          <a:bodyPr/>
          <a:lstStyle>
            <a:lvl1pPr marL="0" marR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 sz="600">
                <a:solidFill>
                  <a:schemeClr val="accent1"/>
                </a:solidFill>
              </a:defRPr>
            </a:lvl1pPr>
          </a:lstStyle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Icon einfügen aus I:\PPT.</a:t>
            </a:r>
          </a:p>
        </p:txBody>
      </p:sp>
      <p:sp>
        <p:nvSpPr>
          <p:cNvPr id="14" name="Bildplatzhalter 11"/>
          <p:cNvSpPr>
            <a:spLocks noGrp="1"/>
          </p:cNvSpPr>
          <p:nvPr>
            <p:ph type="pic" sz="quarter" idx="16" hasCustomPrompt="1"/>
          </p:nvPr>
        </p:nvSpPr>
        <p:spPr>
          <a:xfrm>
            <a:off x="5929319" y="2571750"/>
            <a:ext cx="540000" cy="540000"/>
          </a:xfrm>
        </p:spPr>
        <p:txBody>
          <a:bodyPr/>
          <a:lstStyle>
            <a:lvl1pPr marL="0" marR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 sz="600">
                <a:solidFill>
                  <a:schemeClr val="accent1"/>
                </a:solidFill>
              </a:defRPr>
            </a:lvl1pPr>
          </a:lstStyle>
          <a:p>
            <a:pPr marL="0" marR="0" lvl="0" indent="0" algn="l" defTabSz="617199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60000"/>
              <a:buFont typeface="Arial" panose="020B0604020202020204" pitchFamily="34" charset="0"/>
              <a:buNone/>
              <a:tabLst/>
              <a:defRPr/>
            </a:pPr>
            <a:r>
              <a:rPr lang="de-DE" dirty="0"/>
              <a:t>Icon einfügen aus I:\PPT.</a:t>
            </a:r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9" hasCustomPrompt="1"/>
          </p:nvPr>
        </p:nvSpPr>
        <p:spPr>
          <a:xfrm>
            <a:off x="468311" y="3260112"/>
            <a:ext cx="2736000" cy="221599"/>
          </a:xfrm>
        </p:spPr>
        <p:txBody>
          <a:bodyPr anchor="t" anchorCtr="0">
            <a:noAutofit/>
          </a:bodyPr>
          <a:lstStyle>
            <a:lvl1pPr>
              <a:lnSpc>
                <a:spcPct val="110000"/>
              </a:lnSpc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Headline</a:t>
            </a:r>
          </a:p>
        </p:txBody>
      </p:sp>
      <p:sp>
        <p:nvSpPr>
          <p:cNvPr id="25" name="Textplatzhalter 8"/>
          <p:cNvSpPr>
            <a:spLocks noGrp="1"/>
          </p:cNvSpPr>
          <p:nvPr>
            <p:ph type="body" sz="quarter" idx="24" hasCustomPrompt="1"/>
          </p:nvPr>
        </p:nvSpPr>
        <p:spPr>
          <a:xfrm>
            <a:off x="3204000" y="3260112"/>
            <a:ext cx="2736000" cy="221599"/>
          </a:xfrm>
        </p:spPr>
        <p:txBody>
          <a:bodyPr anchor="t" anchorCtr="0">
            <a:noAutofit/>
          </a:bodyPr>
          <a:lstStyle>
            <a:lvl1pPr>
              <a:lnSpc>
                <a:spcPct val="110000"/>
              </a:lnSpc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Headline</a:t>
            </a:r>
          </a:p>
        </p:txBody>
      </p:sp>
      <p:sp>
        <p:nvSpPr>
          <p:cNvPr id="27" name="Textplatzhalter 8"/>
          <p:cNvSpPr>
            <a:spLocks noGrp="1"/>
          </p:cNvSpPr>
          <p:nvPr>
            <p:ph type="body" sz="quarter" idx="26" hasCustomPrompt="1"/>
          </p:nvPr>
        </p:nvSpPr>
        <p:spPr>
          <a:xfrm>
            <a:off x="5939688" y="3260112"/>
            <a:ext cx="2736000" cy="221599"/>
          </a:xfrm>
        </p:spPr>
        <p:txBody>
          <a:bodyPr anchor="t" anchorCtr="0">
            <a:noAutofit/>
          </a:bodyPr>
          <a:lstStyle>
            <a:lvl1pPr>
              <a:lnSpc>
                <a:spcPct val="110000"/>
              </a:lnSpc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Headline</a:t>
            </a:r>
          </a:p>
        </p:txBody>
      </p:sp>
      <p:sp>
        <p:nvSpPr>
          <p:cNvPr id="31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468314" y="783853"/>
            <a:ext cx="8207374" cy="395771"/>
          </a:xfrm>
        </p:spPr>
        <p:txBody>
          <a:bodyPr lIns="0" tIns="0" rIns="0" bIns="0" anchor="t" anchorCtr="0">
            <a:noAutofit/>
          </a:bodyPr>
          <a:lstStyle>
            <a:lvl1pPr marL="0" indent="0">
              <a:buNone/>
              <a:defRPr sz="2800" b="0">
                <a:solidFill>
                  <a:schemeClr val="tx2"/>
                </a:solidFill>
                <a:latin typeface="+mj-lt"/>
              </a:defRPr>
            </a:lvl1pPr>
            <a:lvl2pPr marL="308663" indent="0">
              <a:buNone/>
              <a:defRPr sz="1350" b="1"/>
            </a:lvl2pPr>
            <a:lvl3pPr marL="617325" indent="0">
              <a:buNone/>
              <a:defRPr sz="1215" b="1"/>
            </a:lvl3pPr>
            <a:lvl4pPr marL="925988" indent="0">
              <a:buNone/>
              <a:defRPr sz="1080" b="1"/>
            </a:lvl4pPr>
            <a:lvl5pPr marL="1234651" indent="0">
              <a:buNone/>
              <a:defRPr sz="1080" b="1"/>
            </a:lvl5pPr>
            <a:lvl6pPr marL="1543313" indent="0">
              <a:buNone/>
              <a:defRPr sz="1080" b="1"/>
            </a:lvl6pPr>
            <a:lvl7pPr marL="1851976" indent="0">
              <a:buNone/>
              <a:defRPr sz="1080" b="1"/>
            </a:lvl7pPr>
            <a:lvl8pPr marL="2160640" indent="0">
              <a:buNone/>
              <a:defRPr sz="1080" b="1"/>
            </a:lvl8pPr>
            <a:lvl9pPr marL="2469302" indent="0">
              <a:buNone/>
              <a:defRPr sz="1080" b="1"/>
            </a:lvl9pPr>
          </a:lstStyle>
          <a:p>
            <a:pPr lvl="0"/>
            <a:r>
              <a:rPr lang="de-DE" dirty="0"/>
              <a:t>Untertitel (optional)</a:t>
            </a:r>
          </a:p>
        </p:txBody>
      </p:sp>
      <p:sp>
        <p:nvSpPr>
          <p:cNvPr id="17" name="Textplatzhalter 8"/>
          <p:cNvSpPr>
            <a:spLocks noGrp="1"/>
          </p:cNvSpPr>
          <p:nvPr>
            <p:ph type="body" sz="quarter" idx="27"/>
          </p:nvPr>
        </p:nvSpPr>
        <p:spPr>
          <a:xfrm>
            <a:off x="468313" y="3630073"/>
            <a:ext cx="2736000" cy="813339"/>
          </a:xfrm>
        </p:spPr>
        <p:txBody>
          <a:bodyPr anchor="t" anchorCtr="0">
            <a:noAutofit/>
          </a:bodyPr>
          <a:lstStyle>
            <a:lvl1pPr>
              <a:lnSpc>
                <a:spcPct val="110000"/>
              </a:lnSpc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18" name="Textplatzhalter 8"/>
          <p:cNvSpPr>
            <a:spLocks noGrp="1"/>
          </p:cNvSpPr>
          <p:nvPr>
            <p:ph type="body" sz="quarter" idx="28"/>
          </p:nvPr>
        </p:nvSpPr>
        <p:spPr>
          <a:xfrm>
            <a:off x="3204002" y="3630073"/>
            <a:ext cx="2736000" cy="813339"/>
          </a:xfrm>
        </p:spPr>
        <p:txBody>
          <a:bodyPr anchor="t" anchorCtr="0">
            <a:noAutofit/>
          </a:bodyPr>
          <a:lstStyle>
            <a:lvl1pPr>
              <a:lnSpc>
                <a:spcPct val="110000"/>
              </a:lnSpc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19" name="Textplatzhalter 8"/>
          <p:cNvSpPr>
            <a:spLocks noGrp="1"/>
          </p:cNvSpPr>
          <p:nvPr>
            <p:ph type="body" sz="quarter" idx="29"/>
          </p:nvPr>
        </p:nvSpPr>
        <p:spPr>
          <a:xfrm>
            <a:off x="5939690" y="3630073"/>
            <a:ext cx="2736000" cy="813339"/>
          </a:xfrm>
        </p:spPr>
        <p:txBody>
          <a:bodyPr anchor="t" anchorCtr="0">
            <a:noAutofit/>
          </a:bodyPr>
          <a:lstStyle>
            <a:lvl1pPr>
              <a:lnSpc>
                <a:spcPct val="110000"/>
              </a:lnSpc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2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88580" y="4732338"/>
            <a:ext cx="987108" cy="25114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lang="de-DE" sz="1300" b="1" smtClean="0">
                <a:solidFill>
                  <a:schemeClr val="tx1"/>
                </a:solidFill>
              </a:defRPr>
            </a:lvl1pPr>
          </a:lstStyle>
          <a:p>
            <a:r>
              <a:rPr lang="de-DE" b="0" dirty="0"/>
              <a:t>   </a:t>
            </a:r>
            <a:fld id="{9A06CF99-E636-44D5-8E04-7E87B3396B71}" type="slidenum">
              <a:rPr sz="1000" smtClean="0"/>
              <a:pPr/>
              <a:t>‹Nr.›</a:t>
            </a:fld>
            <a:endParaRPr sz="1000" dirty="0"/>
          </a:p>
        </p:txBody>
      </p:sp>
    </p:spTree>
    <p:extLst>
      <p:ext uri="{BB962C8B-B14F-4D97-AF65-F5344CB8AC3E}">
        <p14:creationId xmlns:p14="http://schemas.microsoft.com/office/powerpoint/2010/main" val="12126911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468314" y="783853"/>
            <a:ext cx="8207374" cy="395771"/>
          </a:xfrm>
        </p:spPr>
        <p:txBody>
          <a:bodyPr lIns="0" tIns="0" rIns="0" bIns="0" anchor="t" anchorCtr="0">
            <a:noAutofit/>
          </a:bodyPr>
          <a:lstStyle>
            <a:lvl1pPr marL="0" indent="0">
              <a:buNone/>
              <a:defRPr sz="2800" b="0">
                <a:solidFill>
                  <a:schemeClr val="tx2"/>
                </a:solidFill>
                <a:latin typeface="+mj-lt"/>
              </a:defRPr>
            </a:lvl1pPr>
            <a:lvl2pPr marL="308663" indent="0">
              <a:buNone/>
              <a:defRPr sz="1350" b="1"/>
            </a:lvl2pPr>
            <a:lvl3pPr marL="617325" indent="0">
              <a:buNone/>
              <a:defRPr sz="1215" b="1"/>
            </a:lvl3pPr>
            <a:lvl4pPr marL="925988" indent="0">
              <a:buNone/>
              <a:defRPr sz="1080" b="1"/>
            </a:lvl4pPr>
            <a:lvl5pPr marL="1234651" indent="0">
              <a:buNone/>
              <a:defRPr sz="1080" b="1"/>
            </a:lvl5pPr>
            <a:lvl6pPr marL="1543313" indent="0">
              <a:buNone/>
              <a:defRPr sz="1080" b="1"/>
            </a:lvl6pPr>
            <a:lvl7pPr marL="1851976" indent="0">
              <a:buNone/>
              <a:defRPr sz="1080" b="1"/>
            </a:lvl7pPr>
            <a:lvl8pPr marL="2160640" indent="0">
              <a:buNone/>
              <a:defRPr sz="1080" b="1"/>
            </a:lvl8pPr>
            <a:lvl9pPr marL="2469302" indent="0">
              <a:buNone/>
              <a:defRPr sz="1080" b="1"/>
            </a:lvl9pPr>
          </a:lstStyle>
          <a:p>
            <a:pPr lvl="0"/>
            <a:r>
              <a:rPr lang="de-DE" dirty="0"/>
              <a:t>Untertitel (optional)</a:t>
            </a:r>
          </a:p>
        </p:txBody>
      </p:sp>
      <p:sp>
        <p:nvSpPr>
          <p:cNvPr id="5" name="Bildplatzhalter 9"/>
          <p:cNvSpPr>
            <a:spLocks noGrp="1"/>
          </p:cNvSpPr>
          <p:nvPr>
            <p:ph type="pic" sz="quarter" idx="14" hasCustomPrompt="1"/>
          </p:nvPr>
        </p:nvSpPr>
        <p:spPr>
          <a:xfrm>
            <a:off x="7042680" y="412695"/>
            <a:ext cx="1633008" cy="849740"/>
          </a:xfrm>
        </p:spPr>
        <p:txBody>
          <a:bodyPr lIns="36000" tIns="36000" rIns="36000" bIns="36000"/>
          <a:lstStyle>
            <a:lvl1pPr>
              <a:defRPr sz="600">
                <a:solidFill>
                  <a:schemeClr val="accent1"/>
                </a:solidFill>
              </a:defRPr>
            </a:lvl1pPr>
          </a:lstStyle>
          <a:p>
            <a:r>
              <a:rPr lang="de-DE" dirty="0"/>
              <a:t>Logo einfügen aus I:\PPT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88580" y="4732338"/>
            <a:ext cx="987108" cy="25114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lang="de-DE" sz="1300" b="1" smtClean="0">
                <a:solidFill>
                  <a:schemeClr val="tx1"/>
                </a:solidFill>
              </a:defRPr>
            </a:lvl1pPr>
          </a:lstStyle>
          <a:p>
            <a:r>
              <a:rPr lang="de-DE" sz="3800" b="0" baseline="18000" dirty="0">
                <a:latin typeface="init_signs normal" panose="00000500000000000000" pitchFamily="2" charset="0"/>
              </a:rPr>
              <a:t>I</a:t>
            </a:r>
            <a:r>
              <a:rPr lang="de-DE" b="0" dirty="0"/>
              <a:t>   </a:t>
            </a:r>
            <a:fld id="{9A06CF99-E636-44D5-8E04-7E87B3396B71}" type="slidenum">
              <a:rPr sz="1000" smtClean="0"/>
              <a:pPr/>
              <a:t>‹Nr.›</a:t>
            </a:fld>
            <a:endParaRPr sz="1000" dirty="0"/>
          </a:p>
        </p:txBody>
      </p:sp>
    </p:spTree>
    <p:extLst>
      <p:ext uri="{BB962C8B-B14F-4D97-AF65-F5344CB8AC3E}">
        <p14:creationId xmlns:p14="http://schemas.microsoft.com/office/powerpoint/2010/main" val="293146994"/>
      </p:ext>
    </p:extLst>
  </p:cSld>
  <p:clrMapOvr>
    <a:masterClrMapping/>
  </p:clrMapOvr>
  <p:transition spd="med">
    <p:pull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313" y="411163"/>
            <a:ext cx="8207375" cy="39577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Titel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313" y="1635125"/>
            <a:ext cx="6846887" cy="28082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noProof="0" dirty="0"/>
              <a:t>Neunte Ebene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8793" y="4593313"/>
            <a:ext cx="2052000" cy="146582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 algn="l">
              <a:defRPr sz="953">
                <a:solidFill>
                  <a:schemeClr val="tx2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8793" y="4732338"/>
            <a:ext cx="4103688" cy="146643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>
              <a:defRPr lang="de-DE" sz="953" dirty="0">
                <a:solidFill>
                  <a:schemeClr val="tx1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88580" y="4732338"/>
            <a:ext cx="987108" cy="25114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lang="de-DE" sz="1300" b="1" smtClean="0">
                <a:solidFill>
                  <a:schemeClr val="tx1"/>
                </a:solidFill>
              </a:defRPr>
            </a:lvl1pPr>
          </a:lstStyle>
          <a:p>
            <a:r>
              <a:rPr lang="de-DE" b="0" dirty="0"/>
              <a:t>   </a:t>
            </a:r>
            <a:fld id="{9A06CF99-E636-44D5-8E04-7E87B3396B71}" type="slidenum">
              <a:rPr sz="1000" smtClean="0"/>
              <a:pPr/>
              <a:t>‹Nr.›</a:t>
            </a:fld>
            <a:endParaRPr sz="1000" dirty="0"/>
          </a:p>
        </p:txBody>
      </p:sp>
      <p:pic>
        <p:nvPicPr>
          <p:cNvPr id="7" name="Grafik 6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9121" y="221112"/>
            <a:ext cx="1666025" cy="408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947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2" r:id="rId2"/>
    <p:sldLayoutId id="2147483671" r:id="rId3"/>
    <p:sldLayoutId id="2147483662" r:id="rId4"/>
    <p:sldLayoutId id="2147483664" r:id="rId5"/>
    <p:sldLayoutId id="2147483684" r:id="rId6"/>
    <p:sldLayoutId id="2147483673" r:id="rId7"/>
    <p:sldLayoutId id="2147483678" r:id="rId8"/>
    <p:sldLayoutId id="2147483682" r:id="rId9"/>
    <p:sldLayoutId id="2147483681" r:id="rId10"/>
    <p:sldLayoutId id="2147483676" r:id="rId11"/>
    <p:sldLayoutId id="2147483677" r:id="rId12"/>
    <p:sldLayoutId id="2147483675" r:id="rId13"/>
    <p:sldLayoutId id="2147483679" r:id="rId14"/>
    <p:sldLayoutId id="2147483701" r:id="rId15"/>
  </p:sldLayoutIdLst>
  <p:hf hdr="0" ftr="0" dt="0"/>
  <p:txStyles>
    <p:titleStyle>
      <a:lvl1pPr algn="l" defTabSz="617325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" indent="0" algn="l" defTabSz="617325" rtl="0" eaLnBrk="1" latinLnBrk="0" hangingPunct="1">
        <a:lnSpc>
          <a:spcPct val="90000"/>
        </a:lnSpc>
        <a:spcBef>
          <a:spcPts val="0"/>
        </a:spcBef>
        <a:buClr>
          <a:schemeClr val="tx2"/>
        </a:buClr>
        <a:buSzPct val="60000"/>
        <a:buFont typeface="Arial" panose="020B0604020202020204" pitchFamily="34" charset="0"/>
        <a:buNone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216000" indent="-162000" algn="l" defTabSz="617325" rtl="0" eaLnBrk="1" latinLnBrk="0" hangingPunct="1">
        <a:lnSpc>
          <a:spcPct val="110000"/>
        </a:lnSpc>
        <a:spcBef>
          <a:spcPts val="1000"/>
        </a:spcBef>
        <a:buClr>
          <a:schemeClr val="tx2"/>
        </a:buClr>
        <a:buSzPct val="100000"/>
        <a:buFont typeface="init_signs normal" panose="00000500000000000000" pitchFamily="2" charset="0"/>
        <a:buChar char="A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2pPr>
      <a:lvl3pPr marL="216000" indent="-162000" algn="l" defTabSz="617325" rtl="0" eaLnBrk="1" latinLnBrk="0" hangingPunct="1">
        <a:lnSpc>
          <a:spcPct val="110000"/>
        </a:lnSpc>
        <a:spcBef>
          <a:spcPts val="1000"/>
        </a:spcBef>
        <a:buClr>
          <a:schemeClr val="tx2"/>
        </a:buClr>
        <a:buSzPct val="100000"/>
        <a:buFont typeface="init_signs normal" panose="00000500000000000000" pitchFamily="2" charset="0"/>
        <a:buChar char="P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3pPr>
      <a:lvl4pPr marL="216000" indent="-162000" algn="l" defTabSz="617325" rtl="0" eaLnBrk="1" latinLnBrk="0" hangingPunct="1">
        <a:lnSpc>
          <a:spcPct val="110000"/>
        </a:lnSpc>
        <a:spcBef>
          <a:spcPts val="1000"/>
        </a:spcBef>
        <a:buClr>
          <a:schemeClr val="tx2"/>
        </a:buClr>
        <a:buSzPct val="100000"/>
        <a:buFont typeface="init_signs normal" panose="00000500000000000000" pitchFamily="2" charset="0"/>
        <a:buChar char="C"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216000" indent="0" algn="l" defTabSz="617325" rtl="0" eaLnBrk="1" latinLnBrk="0" hangingPunct="1">
        <a:lnSpc>
          <a:spcPct val="110000"/>
        </a:lnSpc>
        <a:spcBef>
          <a:spcPts val="800"/>
        </a:spcBef>
        <a:buClr>
          <a:schemeClr val="tx2"/>
        </a:buClr>
        <a:buSzPct val="60000"/>
        <a:buFontTx/>
        <a:buNone/>
        <a:defRPr sz="1600" b="0" kern="1200">
          <a:solidFill>
            <a:schemeClr val="tx1"/>
          </a:solidFill>
          <a:latin typeface="+mn-lt"/>
          <a:ea typeface="+mn-ea"/>
          <a:cs typeface="+mn-cs"/>
        </a:defRPr>
      </a:lvl5pPr>
      <a:lvl6pPr marL="396000" indent="-144000" algn="l" defTabSz="617325" rtl="0" eaLnBrk="1" latinLnBrk="0" hangingPunct="1">
        <a:lnSpc>
          <a:spcPct val="110000"/>
        </a:lnSpc>
        <a:spcBef>
          <a:spcPts val="600"/>
        </a:spcBef>
        <a:buSzPct val="100000"/>
        <a:buFont typeface="init_signs normal" panose="00000500000000000000" pitchFamily="2" charset="0"/>
        <a:buChar char="A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576000" indent="-144000" algn="l" defTabSz="617325" rtl="0" eaLnBrk="1" latinLnBrk="0" hangingPunct="1">
        <a:lnSpc>
          <a:spcPct val="110000"/>
        </a:lnSpc>
        <a:spcBef>
          <a:spcPts val="600"/>
        </a:spcBef>
        <a:buSzPct val="100000"/>
        <a:buFont typeface="init_signs normal" panose="00000500000000000000" pitchFamily="2" charset="0"/>
        <a:buChar char="A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96000" indent="0" algn="l" defTabSz="617325" rtl="0" eaLnBrk="1" latinLnBrk="0" hangingPunct="1">
        <a:lnSpc>
          <a:spcPct val="110000"/>
        </a:lnSpc>
        <a:spcBef>
          <a:spcPts val="600"/>
        </a:spcBef>
        <a:buClr>
          <a:schemeClr val="tx2"/>
        </a:buClr>
        <a:buSzPct val="60000"/>
        <a:buFontTx/>
        <a:buNone/>
        <a:defRPr sz="14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396000" indent="0" algn="l" defTabSz="617325" rtl="0" eaLnBrk="1" latinLnBrk="0" hangingPunct="1">
        <a:lnSpc>
          <a:spcPct val="110000"/>
        </a:lnSpc>
        <a:spcBef>
          <a:spcPts val="600"/>
        </a:spcBef>
        <a:buClr>
          <a:schemeClr val="tx2"/>
        </a:buClr>
        <a:buSzPct val="60000"/>
        <a:buFontTx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17325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1pPr>
      <a:lvl2pPr marL="308663" algn="l" defTabSz="617325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2pPr>
      <a:lvl3pPr marL="617325" algn="l" defTabSz="617325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3pPr>
      <a:lvl4pPr marL="925988" algn="l" defTabSz="617325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4pPr>
      <a:lvl5pPr marL="1234651" algn="l" defTabSz="617325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5pPr>
      <a:lvl6pPr marL="1543313" algn="l" defTabSz="617325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6pPr>
      <a:lvl7pPr marL="1851976" algn="l" defTabSz="617325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7pPr>
      <a:lvl8pPr marL="2160640" algn="l" defTabSz="617325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8pPr>
      <a:lvl9pPr marL="2469302" algn="l" defTabSz="617325" rtl="0" eaLnBrk="1" latinLnBrk="0" hangingPunct="1">
        <a:defRPr sz="1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 userDrawn="1">
          <p15:clr>
            <a:srgbClr val="F26B43"/>
          </p15:clr>
        </p15:guide>
        <p15:guide id="2" orient="horz" pos="1620" userDrawn="1">
          <p15:clr>
            <a:srgbClr val="F26B43"/>
          </p15:clr>
        </p15:guide>
        <p15:guide id="3" pos="295" userDrawn="1">
          <p15:clr>
            <a:srgbClr val="F26B43"/>
          </p15:clr>
        </p15:guide>
        <p15:guide id="4" orient="horz" pos="259" userDrawn="1">
          <p15:clr>
            <a:srgbClr val="F26B43"/>
          </p15:clr>
        </p15:guide>
        <p15:guide id="5" pos="5465" userDrawn="1">
          <p15:clr>
            <a:srgbClr val="F26B43"/>
          </p15:clr>
        </p15:guide>
        <p15:guide id="6" orient="horz" pos="2981" userDrawn="1">
          <p15:clr>
            <a:srgbClr val="F26B43"/>
          </p15:clr>
        </p15:guide>
        <p15:guide id="7" orient="horz" pos="1030" userDrawn="1">
          <p15:clr>
            <a:srgbClr val="F26B43"/>
          </p15:clr>
        </p15:guide>
        <p15:guide id="8" orient="horz" pos="2799" userDrawn="1">
          <p15:clr>
            <a:srgbClr val="F26B43"/>
          </p15:clr>
        </p15:guide>
        <p15:guide id="9" orient="horz" pos="69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hteck 35"/>
          <p:cNvSpPr/>
          <p:nvPr/>
        </p:nvSpPr>
        <p:spPr>
          <a:xfrm>
            <a:off x="68944" y="2358775"/>
            <a:ext cx="7548181" cy="36061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/>
          </a:p>
        </p:txBody>
      </p:sp>
      <p:sp>
        <p:nvSpPr>
          <p:cNvPr id="38" name="Rechteck 37"/>
          <p:cNvSpPr/>
          <p:nvPr/>
        </p:nvSpPr>
        <p:spPr>
          <a:xfrm>
            <a:off x="68944" y="2766285"/>
            <a:ext cx="7548181" cy="6690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/>
          </a:p>
        </p:txBody>
      </p:sp>
      <p:sp>
        <p:nvSpPr>
          <p:cNvPr id="28" name="Rechteck 27"/>
          <p:cNvSpPr/>
          <p:nvPr/>
        </p:nvSpPr>
        <p:spPr>
          <a:xfrm>
            <a:off x="68944" y="1896787"/>
            <a:ext cx="7548181" cy="403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 dirty="0"/>
          </a:p>
        </p:txBody>
      </p:sp>
      <p:sp>
        <p:nvSpPr>
          <p:cNvPr id="2" name="Textfeld 1"/>
          <p:cNvSpPr txBox="1"/>
          <p:nvPr/>
        </p:nvSpPr>
        <p:spPr>
          <a:xfrm>
            <a:off x="455646" y="1992137"/>
            <a:ext cx="172964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kern="1000" dirty="0"/>
              <a:t>Rechtliche Interoperabilität</a:t>
            </a:r>
          </a:p>
        </p:txBody>
      </p:sp>
      <p:sp>
        <p:nvSpPr>
          <p:cNvPr id="30" name="Textfeld 29"/>
          <p:cNvSpPr txBox="1"/>
          <p:nvPr/>
        </p:nvSpPr>
        <p:spPr>
          <a:xfrm>
            <a:off x="455646" y="2395057"/>
            <a:ext cx="20781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kern="1000" dirty="0"/>
              <a:t>Organisatorische Interoperabilität</a:t>
            </a:r>
          </a:p>
        </p:txBody>
      </p:sp>
      <p:sp>
        <p:nvSpPr>
          <p:cNvPr id="31" name="Textfeld 30"/>
          <p:cNvSpPr txBox="1"/>
          <p:nvPr/>
        </p:nvSpPr>
        <p:spPr>
          <a:xfrm>
            <a:off x="469508" y="2954348"/>
            <a:ext cx="185884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kern="1000" dirty="0"/>
              <a:t>Semantische Interoperabilität</a:t>
            </a:r>
          </a:p>
        </p:txBody>
      </p:sp>
      <p:sp>
        <p:nvSpPr>
          <p:cNvPr id="13" name="Rechteck 12"/>
          <p:cNvSpPr/>
          <p:nvPr/>
        </p:nvSpPr>
        <p:spPr>
          <a:xfrm>
            <a:off x="2625854" y="1954069"/>
            <a:ext cx="691870" cy="28428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>
                <a:solidFill>
                  <a:schemeClr val="tx1"/>
                </a:solidFill>
              </a:rPr>
              <a:t>OZG</a:t>
            </a:r>
          </a:p>
        </p:txBody>
      </p:sp>
      <p:sp>
        <p:nvSpPr>
          <p:cNvPr id="14" name="Rechteck 13"/>
          <p:cNvSpPr/>
          <p:nvPr/>
        </p:nvSpPr>
        <p:spPr>
          <a:xfrm>
            <a:off x="4179390" y="1954067"/>
            <a:ext cx="1036097" cy="28428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>
                <a:solidFill>
                  <a:schemeClr val="tx1"/>
                </a:solidFill>
              </a:rPr>
              <a:t>DSGVO</a:t>
            </a:r>
          </a:p>
        </p:txBody>
      </p:sp>
      <p:sp>
        <p:nvSpPr>
          <p:cNvPr id="15" name="Rechteck 14"/>
          <p:cNvSpPr/>
          <p:nvPr/>
        </p:nvSpPr>
        <p:spPr>
          <a:xfrm>
            <a:off x="6146999" y="1954066"/>
            <a:ext cx="1036097" cy="28428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>
                <a:solidFill>
                  <a:schemeClr val="tx1"/>
                </a:solidFill>
              </a:rPr>
              <a:t>weitere</a:t>
            </a:r>
          </a:p>
        </p:txBody>
      </p:sp>
      <p:sp>
        <p:nvSpPr>
          <p:cNvPr id="34" name="Rechteck 33"/>
          <p:cNvSpPr/>
          <p:nvPr/>
        </p:nvSpPr>
        <p:spPr>
          <a:xfrm>
            <a:off x="2627390" y="2390349"/>
            <a:ext cx="1103699" cy="2922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2"/>
                </a:solidFill>
                <a:latin typeface="Arial" panose="020B0604020202020204" pitchFamily="34" charset="0"/>
              </a:rPr>
              <a:t>Bologna-Prozess</a:t>
            </a:r>
          </a:p>
        </p:txBody>
      </p:sp>
      <p:sp>
        <p:nvSpPr>
          <p:cNvPr id="35" name="Rechteck 34"/>
          <p:cNvSpPr/>
          <p:nvPr/>
        </p:nvSpPr>
        <p:spPr>
          <a:xfrm>
            <a:off x="5796590" y="2389462"/>
            <a:ext cx="1515900" cy="2922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2"/>
                </a:solidFill>
                <a:latin typeface="Arial" panose="020B0604020202020204" pitchFamily="34" charset="0"/>
              </a:rPr>
              <a:t>Deklaration von Groningen</a:t>
            </a:r>
          </a:p>
        </p:txBody>
      </p:sp>
      <p:sp>
        <p:nvSpPr>
          <p:cNvPr id="37" name="Rechteck 36"/>
          <p:cNvSpPr/>
          <p:nvPr/>
        </p:nvSpPr>
        <p:spPr>
          <a:xfrm>
            <a:off x="3402622" y="1954067"/>
            <a:ext cx="691870" cy="28428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>
                <a:solidFill>
                  <a:schemeClr val="tx1"/>
                </a:solidFill>
              </a:rPr>
              <a:t>SDG</a:t>
            </a:r>
          </a:p>
        </p:txBody>
      </p:sp>
      <p:sp>
        <p:nvSpPr>
          <p:cNvPr id="39" name="Rechteck 38"/>
          <p:cNvSpPr/>
          <p:nvPr/>
        </p:nvSpPr>
        <p:spPr>
          <a:xfrm>
            <a:off x="5335308" y="1954067"/>
            <a:ext cx="691870" cy="28428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>
                <a:solidFill>
                  <a:schemeClr val="tx1"/>
                </a:solidFill>
              </a:rPr>
              <a:t>eIDAS</a:t>
            </a:r>
          </a:p>
        </p:txBody>
      </p:sp>
      <p:sp>
        <p:nvSpPr>
          <p:cNvPr id="41" name="Rechteck 40"/>
          <p:cNvSpPr/>
          <p:nvPr/>
        </p:nvSpPr>
        <p:spPr>
          <a:xfrm>
            <a:off x="2625369" y="2840140"/>
            <a:ext cx="4776093" cy="53278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800" dirty="0">
                <a:solidFill>
                  <a:srgbClr val="0070C0"/>
                </a:solidFill>
                <a:latin typeface="Arial" panose="020B0604020202020204" pitchFamily="34" charset="0"/>
              </a:rPr>
              <a:t>  </a:t>
            </a:r>
            <a:r>
              <a:rPr lang="de-DE" sz="1200" b="1" dirty="0" err="1">
                <a:solidFill>
                  <a:schemeClr val="tx1"/>
                </a:solidFill>
                <a:latin typeface="Arial" panose="020B0604020202020204" pitchFamily="34" charset="0"/>
              </a:rPr>
              <a:t>XBildung</a:t>
            </a:r>
            <a:endParaRPr lang="de-DE" sz="800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43" name="Grafik 42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589" y="2944979"/>
            <a:ext cx="351135" cy="307567"/>
          </a:xfrm>
          <a:prstGeom prst="rect">
            <a:avLst/>
          </a:prstGeom>
          <a:blipFill dpi="0" rotWithShape="1">
            <a:blip r:embed="rId3">
              <a:alphaModFix amt="88000"/>
            </a:blip>
            <a:srcRect/>
            <a:tile tx="0" ty="0" sx="100000" sy="100000" flip="none" algn="tl"/>
          </a:blipFill>
        </p:spPr>
      </p:pic>
      <p:pic>
        <p:nvPicPr>
          <p:cNvPr id="44" name="Grafik 43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589" y="1923149"/>
            <a:ext cx="346659" cy="346121"/>
          </a:xfrm>
          <a:prstGeom prst="rect">
            <a:avLst/>
          </a:prstGeom>
          <a:blipFill dpi="0" rotWithShape="1">
            <a:blip r:embed="rId3">
              <a:alphaModFix amt="88000"/>
            </a:blip>
            <a:srcRect/>
            <a:tile tx="0" ty="0" sx="100000" sy="100000" flip="none" algn="tl"/>
          </a:blipFill>
        </p:spPr>
      </p:pic>
      <p:pic>
        <p:nvPicPr>
          <p:cNvPr id="45" name="Grafik 44"/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589" y="2382458"/>
            <a:ext cx="346659" cy="305624"/>
          </a:xfrm>
          <a:prstGeom prst="rect">
            <a:avLst/>
          </a:prstGeom>
          <a:blipFill dpi="0" rotWithShape="1">
            <a:blip r:embed="rId3">
              <a:alphaModFix amt="88000"/>
            </a:blip>
            <a:srcRect/>
            <a:tile tx="0" ty="0" sx="100000" sy="100000" flip="none" algn="tl"/>
          </a:blipFill>
        </p:spPr>
      </p:pic>
      <p:sp>
        <p:nvSpPr>
          <p:cNvPr id="10" name="Rechteck 9">
            <a:extLst>
              <a:ext uri="{FF2B5EF4-FFF2-40B4-BE49-F238E27FC236}">
                <a16:creationId xmlns:a16="http://schemas.microsoft.com/office/drawing/2014/main" id="{3A61D9BA-CCFC-84EF-8208-97B6F689E5AE}"/>
              </a:ext>
            </a:extLst>
          </p:cNvPr>
          <p:cNvSpPr/>
          <p:nvPr/>
        </p:nvSpPr>
        <p:spPr>
          <a:xfrm>
            <a:off x="3447427" y="2926599"/>
            <a:ext cx="884307" cy="365666"/>
          </a:xfrm>
          <a:prstGeom prst="rect">
            <a:avLst/>
          </a:prstGeom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900" b="1" dirty="0" err="1">
                <a:solidFill>
                  <a:schemeClr val="tx2"/>
                </a:solidFill>
                <a:latin typeface="Arial" panose="020B0604020202020204" pitchFamily="34" charset="0"/>
              </a:rPr>
              <a:t>XHochschule</a:t>
            </a:r>
            <a:endParaRPr lang="de-DE" sz="900" b="1" dirty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1023D396-B657-17AC-B1CB-E7F21614AD6B}"/>
              </a:ext>
            </a:extLst>
          </p:cNvPr>
          <p:cNvSpPr/>
          <p:nvPr/>
        </p:nvSpPr>
        <p:spPr>
          <a:xfrm>
            <a:off x="4383404" y="2926599"/>
            <a:ext cx="559529" cy="365666"/>
          </a:xfrm>
          <a:prstGeom prst="rect">
            <a:avLst/>
          </a:prstGeom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900" b="1" dirty="0">
                <a:solidFill>
                  <a:srgbClr val="00B050"/>
                </a:solidFill>
                <a:latin typeface="Arial" panose="020B0604020202020204" pitchFamily="34" charset="0"/>
              </a:rPr>
              <a:t>XSchule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F8F31595-093C-3E18-28EF-5A8A2E3656A0}"/>
              </a:ext>
            </a:extLst>
          </p:cNvPr>
          <p:cNvSpPr/>
          <p:nvPr/>
        </p:nvSpPr>
        <p:spPr>
          <a:xfrm>
            <a:off x="5026236" y="2926599"/>
            <a:ext cx="559530" cy="365666"/>
          </a:xfrm>
          <a:prstGeom prst="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900" dirty="0" err="1">
                <a:solidFill>
                  <a:srgbClr val="002060"/>
                </a:solidFill>
                <a:latin typeface="Arial" panose="020B0604020202020204" pitchFamily="34" charset="0"/>
              </a:rPr>
              <a:t>XBAföG</a:t>
            </a:r>
            <a:endParaRPr lang="de-DE" sz="900" dirty="0">
              <a:solidFill>
                <a:srgbClr val="002060"/>
              </a:solidFill>
              <a:latin typeface="Arial" panose="020B0604020202020204" pitchFamily="34" charset="0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12DD7241-A9AF-83B9-E156-F14EEE153E12}"/>
              </a:ext>
            </a:extLst>
          </p:cNvPr>
          <p:cNvSpPr/>
          <p:nvPr/>
        </p:nvSpPr>
        <p:spPr>
          <a:xfrm>
            <a:off x="5614866" y="2926599"/>
            <a:ext cx="656109" cy="365666"/>
          </a:xfrm>
          <a:prstGeom prst="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900" dirty="0" err="1">
                <a:solidFill>
                  <a:srgbClr val="002060"/>
                </a:solidFill>
                <a:latin typeface="Arial" panose="020B0604020202020204" pitchFamily="34" charset="0"/>
              </a:rPr>
              <a:t>XWeiter</a:t>
            </a:r>
            <a:r>
              <a:rPr lang="de-DE" sz="900" dirty="0">
                <a:solidFill>
                  <a:srgbClr val="002060"/>
                </a:solidFill>
                <a:latin typeface="Arial" panose="020B0604020202020204" pitchFamily="34" charset="0"/>
              </a:rPr>
              <a:t>-bildung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34CA5F35-59D7-BA72-32D7-11C74BEC0EE0}"/>
              </a:ext>
            </a:extLst>
          </p:cNvPr>
          <p:cNvSpPr/>
          <p:nvPr/>
        </p:nvSpPr>
        <p:spPr>
          <a:xfrm>
            <a:off x="6299649" y="2925788"/>
            <a:ext cx="730878" cy="365666"/>
          </a:xfrm>
          <a:prstGeom prst="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900" dirty="0" err="1">
                <a:solidFill>
                  <a:srgbClr val="002060"/>
                </a:solidFill>
                <a:latin typeface="Arial" panose="020B0604020202020204" pitchFamily="34" charset="0"/>
              </a:rPr>
              <a:t>XBerufsaus</a:t>
            </a:r>
            <a:r>
              <a:rPr lang="de-DE" sz="900" dirty="0">
                <a:solidFill>
                  <a:srgbClr val="002060"/>
                </a:solidFill>
                <a:latin typeface="Arial" panose="020B0604020202020204" pitchFamily="34" charset="0"/>
              </a:rPr>
              <a:t>-bildung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7EBCA287-3ABC-6F6E-5FC9-417D3330BB68}"/>
              </a:ext>
            </a:extLst>
          </p:cNvPr>
          <p:cNvSpPr/>
          <p:nvPr/>
        </p:nvSpPr>
        <p:spPr>
          <a:xfrm>
            <a:off x="7064013" y="2923693"/>
            <a:ext cx="229590" cy="365666"/>
          </a:xfrm>
          <a:prstGeom prst="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900" dirty="0">
                <a:solidFill>
                  <a:srgbClr val="002060"/>
                </a:solidFill>
                <a:latin typeface="Arial" panose="020B0604020202020204" pitchFamily="34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287018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hteck 35"/>
          <p:cNvSpPr/>
          <p:nvPr/>
        </p:nvSpPr>
        <p:spPr>
          <a:xfrm>
            <a:off x="68944" y="2358775"/>
            <a:ext cx="8911154" cy="36061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/>
          </a:p>
        </p:txBody>
      </p:sp>
      <p:sp>
        <p:nvSpPr>
          <p:cNvPr id="40" name="Rechteck 39"/>
          <p:cNvSpPr/>
          <p:nvPr/>
        </p:nvSpPr>
        <p:spPr>
          <a:xfrm>
            <a:off x="68944" y="3488211"/>
            <a:ext cx="8911154" cy="3865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/>
          </a:p>
        </p:txBody>
      </p:sp>
      <p:sp>
        <p:nvSpPr>
          <p:cNvPr id="38" name="Rechteck 37"/>
          <p:cNvSpPr/>
          <p:nvPr/>
        </p:nvSpPr>
        <p:spPr>
          <a:xfrm>
            <a:off x="68944" y="2767754"/>
            <a:ext cx="8911154" cy="6690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/>
          </a:p>
        </p:txBody>
      </p:sp>
      <p:sp>
        <p:nvSpPr>
          <p:cNvPr id="28" name="Rechteck 27"/>
          <p:cNvSpPr/>
          <p:nvPr/>
        </p:nvSpPr>
        <p:spPr>
          <a:xfrm>
            <a:off x="68944" y="1896787"/>
            <a:ext cx="8911154" cy="403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 dirty="0"/>
          </a:p>
        </p:txBody>
      </p:sp>
      <p:sp>
        <p:nvSpPr>
          <p:cNvPr id="2" name="Textfeld 1"/>
          <p:cNvSpPr txBox="1"/>
          <p:nvPr/>
        </p:nvSpPr>
        <p:spPr>
          <a:xfrm>
            <a:off x="455646" y="1992137"/>
            <a:ext cx="172964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kern="1000" dirty="0"/>
              <a:t>Rechtliche Interoperabilität</a:t>
            </a:r>
          </a:p>
        </p:txBody>
      </p:sp>
      <p:sp>
        <p:nvSpPr>
          <p:cNvPr id="30" name="Textfeld 29"/>
          <p:cNvSpPr txBox="1"/>
          <p:nvPr/>
        </p:nvSpPr>
        <p:spPr>
          <a:xfrm>
            <a:off x="455646" y="2395057"/>
            <a:ext cx="207813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kern="1000" dirty="0"/>
              <a:t>Organisatorische Interoperabilität</a:t>
            </a:r>
          </a:p>
        </p:txBody>
      </p:sp>
      <p:sp>
        <p:nvSpPr>
          <p:cNvPr id="31" name="Textfeld 30"/>
          <p:cNvSpPr txBox="1"/>
          <p:nvPr/>
        </p:nvSpPr>
        <p:spPr>
          <a:xfrm>
            <a:off x="469508" y="2954348"/>
            <a:ext cx="185884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kern="1000" dirty="0"/>
              <a:t>Semantische Interoperabilität</a:t>
            </a:r>
          </a:p>
        </p:txBody>
      </p:sp>
      <p:sp>
        <p:nvSpPr>
          <p:cNvPr id="32" name="Textfeld 31"/>
          <p:cNvSpPr txBox="1"/>
          <p:nvPr/>
        </p:nvSpPr>
        <p:spPr>
          <a:xfrm>
            <a:off x="462577" y="3549971"/>
            <a:ext cx="17584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kern="1000" dirty="0"/>
              <a:t>Technische Interoperabilität</a:t>
            </a:r>
          </a:p>
        </p:txBody>
      </p:sp>
      <p:sp>
        <p:nvSpPr>
          <p:cNvPr id="13" name="Rechteck 12"/>
          <p:cNvSpPr/>
          <p:nvPr/>
        </p:nvSpPr>
        <p:spPr>
          <a:xfrm>
            <a:off x="2586779" y="1954069"/>
            <a:ext cx="691870" cy="28428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>
                <a:solidFill>
                  <a:schemeClr val="tx1"/>
                </a:solidFill>
              </a:rPr>
              <a:t>OZG</a:t>
            </a:r>
          </a:p>
        </p:txBody>
      </p:sp>
      <p:sp>
        <p:nvSpPr>
          <p:cNvPr id="14" name="Rechteck 13"/>
          <p:cNvSpPr/>
          <p:nvPr/>
        </p:nvSpPr>
        <p:spPr>
          <a:xfrm>
            <a:off x="4140315" y="1954067"/>
            <a:ext cx="1036097" cy="28428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>
                <a:solidFill>
                  <a:schemeClr val="tx1"/>
                </a:solidFill>
              </a:rPr>
              <a:t>DSGVO</a:t>
            </a:r>
          </a:p>
        </p:txBody>
      </p:sp>
      <p:sp>
        <p:nvSpPr>
          <p:cNvPr id="15" name="Rechteck 14"/>
          <p:cNvSpPr/>
          <p:nvPr/>
        </p:nvSpPr>
        <p:spPr>
          <a:xfrm>
            <a:off x="6107924" y="1954066"/>
            <a:ext cx="1036097" cy="28428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>
                <a:solidFill>
                  <a:schemeClr val="tx1"/>
                </a:solidFill>
              </a:rPr>
              <a:t>weitere</a:t>
            </a:r>
          </a:p>
        </p:txBody>
      </p:sp>
      <p:sp>
        <p:nvSpPr>
          <p:cNvPr id="34" name="Rechteck 33"/>
          <p:cNvSpPr/>
          <p:nvPr/>
        </p:nvSpPr>
        <p:spPr>
          <a:xfrm>
            <a:off x="2588315" y="2390349"/>
            <a:ext cx="1103699" cy="2922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2"/>
                </a:solidFill>
                <a:latin typeface="Arial" panose="020B0604020202020204" pitchFamily="34" charset="0"/>
              </a:rPr>
              <a:t>Bologna-Prozess</a:t>
            </a:r>
          </a:p>
        </p:txBody>
      </p:sp>
      <p:sp>
        <p:nvSpPr>
          <p:cNvPr id="35" name="Rechteck 34"/>
          <p:cNvSpPr/>
          <p:nvPr/>
        </p:nvSpPr>
        <p:spPr>
          <a:xfrm>
            <a:off x="5757515" y="2389462"/>
            <a:ext cx="1515900" cy="2922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2"/>
                </a:solidFill>
                <a:latin typeface="Arial" panose="020B0604020202020204" pitchFamily="34" charset="0"/>
              </a:rPr>
              <a:t>Deklaration von Groningen</a:t>
            </a:r>
          </a:p>
        </p:txBody>
      </p:sp>
      <p:sp>
        <p:nvSpPr>
          <p:cNvPr id="37" name="Rechteck 36"/>
          <p:cNvSpPr/>
          <p:nvPr/>
        </p:nvSpPr>
        <p:spPr>
          <a:xfrm>
            <a:off x="3363547" y="1954067"/>
            <a:ext cx="691870" cy="28428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>
                <a:solidFill>
                  <a:schemeClr val="tx1"/>
                </a:solidFill>
              </a:rPr>
              <a:t>SDG</a:t>
            </a:r>
          </a:p>
        </p:txBody>
      </p:sp>
      <p:sp>
        <p:nvSpPr>
          <p:cNvPr id="39" name="Rechteck 38"/>
          <p:cNvSpPr/>
          <p:nvPr/>
        </p:nvSpPr>
        <p:spPr>
          <a:xfrm>
            <a:off x="5296233" y="1954067"/>
            <a:ext cx="691870" cy="28428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>
                <a:solidFill>
                  <a:schemeClr val="tx1"/>
                </a:solidFill>
              </a:rPr>
              <a:t>eIDAS</a:t>
            </a:r>
          </a:p>
        </p:txBody>
      </p:sp>
      <p:sp>
        <p:nvSpPr>
          <p:cNvPr id="47" name="Textfeld 46"/>
          <p:cNvSpPr txBox="1"/>
          <p:nvPr/>
        </p:nvSpPr>
        <p:spPr>
          <a:xfrm>
            <a:off x="2846505" y="118589"/>
            <a:ext cx="1409445" cy="91440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216000" indent="-180000">
              <a:lnSpc>
                <a:spcPct val="110000"/>
              </a:lnSpc>
              <a:spcBef>
                <a:spcPts val="1000"/>
              </a:spcBef>
              <a:buClr>
                <a:schemeClr val="tx2"/>
              </a:buClr>
              <a:buFont typeface="init_signs normal" panose="00000500000000000000" pitchFamily="2" charset="0"/>
              <a:buChar char="A"/>
            </a:pPr>
            <a:endParaRPr lang="de-DE" sz="1600" dirty="0"/>
          </a:p>
        </p:txBody>
      </p:sp>
      <p:sp>
        <p:nvSpPr>
          <p:cNvPr id="41" name="Rechteck 40"/>
          <p:cNvSpPr/>
          <p:nvPr/>
        </p:nvSpPr>
        <p:spPr>
          <a:xfrm>
            <a:off x="2586294" y="2840140"/>
            <a:ext cx="4776093" cy="53278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800" dirty="0">
                <a:solidFill>
                  <a:srgbClr val="0070C0"/>
                </a:solidFill>
                <a:latin typeface="Arial" panose="020B0604020202020204" pitchFamily="34" charset="0"/>
              </a:rPr>
              <a:t>  </a:t>
            </a:r>
            <a:r>
              <a:rPr lang="de-DE" sz="1200" b="1" dirty="0" err="1">
                <a:solidFill>
                  <a:schemeClr val="tx1"/>
                </a:solidFill>
                <a:latin typeface="Arial" panose="020B0604020202020204" pitchFamily="34" charset="0"/>
              </a:rPr>
              <a:t>XBildung</a:t>
            </a:r>
            <a:endParaRPr lang="de-DE" sz="800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pic>
        <p:nvPicPr>
          <p:cNvPr id="42" name="Grafik 41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589" y="3531704"/>
            <a:ext cx="349724" cy="303623"/>
          </a:xfrm>
          <a:prstGeom prst="rect">
            <a:avLst/>
          </a:prstGeom>
          <a:blipFill dpi="0" rotWithShape="1">
            <a:blip r:embed="rId3">
              <a:alphaModFix amt="88000"/>
            </a:blip>
            <a:srcRect/>
            <a:tile tx="0" ty="0" sx="100000" sy="100000" flip="none" algn="tl"/>
          </a:blipFill>
        </p:spPr>
      </p:pic>
      <p:pic>
        <p:nvPicPr>
          <p:cNvPr id="43" name="Grafik 42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589" y="2944979"/>
            <a:ext cx="351135" cy="307567"/>
          </a:xfrm>
          <a:prstGeom prst="rect">
            <a:avLst/>
          </a:prstGeom>
          <a:blipFill dpi="0" rotWithShape="1">
            <a:blip r:embed="rId3">
              <a:alphaModFix amt="88000"/>
            </a:blip>
            <a:srcRect/>
            <a:tile tx="0" ty="0" sx="100000" sy="100000" flip="none" algn="tl"/>
          </a:blipFill>
        </p:spPr>
      </p:pic>
      <p:pic>
        <p:nvPicPr>
          <p:cNvPr id="44" name="Grafik 43"/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589" y="1923149"/>
            <a:ext cx="346659" cy="346121"/>
          </a:xfrm>
          <a:prstGeom prst="rect">
            <a:avLst/>
          </a:prstGeom>
          <a:blipFill dpi="0" rotWithShape="1">
            <a:blip r:embed="rId3">
              <a:alphaModFix amt="88000"/>
            </a:blip>
            <a:srcRect/>
            <a:tile tx="0" ty="0" sx="100000" sy="100000" flip="none" algn="tl"/>
          </a:blipFill>
        </p:spPr>
      </p:pic>
      <p:pic>
        <p:nvPicPr>
          <p:cNvPr id="45" name="Grafik 44"/>
          <p:cNvPicPr>
            <a:picLocks noChangeAspect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589" y="2382458"/>
            <a:ext cx="346659" cy="305624"/>
          </a:xfrm>
          <a:prstGeom prst="rect">
            <a:avLst/>
          </a:prstGeom>
          <a:blipFill dpi="0" rotWithShape="1">
            <a:blip r:embed="rId3">
              <a:alphaModFix amt="88000"/>
            </a:blip>
            <a:srcRect/>
            <a:tile tx="0" ty="0" sx="100000" sy="100000" flip="none" algn="tl"/>
          </a:blipFill>
        </p:spPr>
      </p:pic>
      <p:sp>
        <p:nvSpPr>
          <p:cNvPr id="10" name="Rechteck 9">
            <a:extLst>
              <a:ext uri="{FF2B5EF4-FFF2-40B4-BE49-F238E27FC236}">
                <a16:creationId xmlns:a16="http://schemas.microsoft.com/office/drawing/2014/main" id="{3A61D9BA-CCFC-84EF-8208-97B6F689E5AE}"/>
              </a:ext>
            </a:extLst>
          </p:cNvPr>
          <p:cNvSpPr/>
          <p:nvPr/>
        </p:nvSpPr>
        <p:spPr>
          <a:xfrm>
            <a:off x="3408352" y="2926599"/>
            <a:ext cx="884307" cy="365666"/>
          </a:xfrm>
          <a:prstGeom prst="rect">
            <a:avLst/>
          </a:prstGeom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900" b="1" dirty="0" err="1">
                <a:solidFill>
                  <a:schemeClr val="tx2"/>
                </a:solidFill>
                <a:latin typeface="Arial" panose="020B0604020202020204" pitchFamily="34" charset="0"/>
              </a:rPr>
              <a:t>XHochschule</a:t>
            </a:r>
            <a:endParaRPr lang="de-DE" sz="900" b="1" dirty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1023D396-B657-17AC-B1CB-E7F21614AD6B}"/>
              </a:ext>
            </a:extLst>
          </p:cNvPr>
          <p:cNvSpPr/>
          <p:nvPr/>
        </p:nvSpPr>
        <p:spPr>
          <a:xfrm>
            <a:off x="4344329" y="2926599"/>
            <a:ext cx="559529" cy="365666"/>
          </a:xfrm>
          <a:prstGeom prst="rect">
            <a:avLst/>
          </a:prstGeom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900" b="1" dirty="0">
                <a:solidFill>
                  <a:srgbClr val="00B050"/>
                </a:solidFill>
                <a:latin typeface="Arial" panose="020B0604020202020204" pitchFamily="34" charset="0"/>
              </a:rPr>
              <a:t>XSchule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F8F31595-093C-3E18-28EF-5A8A2E3656A0}"/>
              </a:ext>
            </a:extLst>
          </p:cNvPr>
          <p:cNvSpPr/>
          <p:nvPr/>
        </p:nvSpPr>
        <p:spPr>
          <a:xfrm>
            <a:off x="4987161" y="2926599"/>
            <a:ext cx="559530" cy="365666"/>
          </a:xfrm>
          <a:prstGeom prst="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900" dirty="0" err="1">
                <a:solidFill>
                  <a:srgbClr val="002060"/>
                </a:solidFill>
                <a:latin typeface="Arial" panose="020B0604020202020204" pitchFamily="34" charset="0"/>
              </a:rPr>
              <a:t>XBAföG</a:t>
            </a:r>
            <a:endParaRPr lang="de-DE" sz="900" dirty="0">
              <a:solidFill>
                <a:srgbClr val="002060"/>
              </a:solidFill>
              <a:latin typeface="Arial" panose="020B0604020202020204" pitchFamily="34" charset="0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12DD7241-A9AF-83B9-E156-F14EEE153E12}"/>
              </a:ext>
            </a:extLst>
          </p:cNvPr>
          <p:cNvSpPr/>
          <p:nvPr/>
        </p:nvSpPr>
        <p:spPr>
          <a:xfrm>
            <a:off x="5575791" y="2926599"/>
            <a:ext cx="656109" cy="365666"/>
          </a:xfrm>
          <a:prstGeom prst="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900" dirty="0" err="1">
                <a:solidFill>
                  <a:srgbClr val="002060"/>
                </a:solidFill>
                <a:latin typeface="Arial" panose="020B0604020202020204" pitchFamily="34" charset="0"/>
              </a:rPr>
              <a:t>XWeiter</a:t>
            </a:r>
            <a:r>
              <a:rPr lang="de-DE" sz="900" dirty="0">
                <a:solidFill>
                  <a:srgbClr val="002060"/>
                </a:solidFill>
                <a:latin typeface="Arial" panose="020B0604020202020204" pitchFamily="34" charset="0"/>
              </a:rPr>
              <a:t>-bildung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34CA5F35-59D7-BA72-32D7-11C74BEC0EE0}"/>
              </a:ext>
            </a:extLst>
          </p:cNvPr>
          <p:cNvSpPr/>
          <p:nvPr/>
        </p:nvSpPr>
        <p:spPr>
          <a:xfrm>
            <a:off x="6260574" y="2925788"/>
            <a:ext cx="730878" cy="365666"/>
          </a:xfrm>
          <a:prstGeom prst="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900" dirty="0" err="1">
                <a:solidFill>
                  <a:srgbClr val="002060"/>
                </a:solidFill>
                <a:latin typeface="Arial" panose="020B0604020202020204" pitchFamily="34" charset="0"/>
              </a:rPr>
              <a:t>XBerufsaus</a:t>
            </a:r>
            <a:r>
              <a:rPr lang="de-DE" sz="900" dirty="0">
                <a:solidFill>
                  <a:srgbClr val="002060"/>
                </a:solidFill>
                <a:latin typeface="Arial" panose="020B0604020202020204" pitchFamily="34" charset="0"/>
              </a:rPr>
              <a:t>-bildung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7EBCA287-3ABC-6F6E-5FC9-417D3330BB68}"/>
              </a:ext>
            </a:extLst>
          </p:cNvPr>
          <p:cNvSpPr/>
          <p:nvPr/>
        </p:nvSpPr>
        <p:spPr>
          <a:xfrm>
            <a:off x="7024938" y="2923693"/>
            <a:ext cx="229590" cy="365666"/>
          </a:xfrm>
          <a:prstGeom prst="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900" dirty="0">
                <a:solidFill>
                  <a:srgbClr val="002060"/>
                </a:solidFill>
                <a:latin typeface="Arial" panose="020B0604020202020204" pitchFamily="34" charset="0"/>
              </a:rPr>
              <a:t>…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659A2103-1F14-3ECF-AD18-99F29D715E4E}"/>
              </a:ext>
            </a:extLst>
          </p:cNvPr>
          <p:cNvSpPr/>
          <p:nvPr/>
        </p:nvSpPr>
        <p:spPr>
          <a:xfrm>
            <a:off x="7429323" y="2841725"/>
            <a:ext cx="1450131" cy="35884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700" b="1" dirty="0">
                <a:solidFill>
                  <a:schemeClr val="tx1"/>
                </a:solidFill>
                <a:latin typeface="Arial" panose="020B0604020202020204" pitchFamily="34" charset="0"/>
              </a:rPr>
              <a:t>    XÖV</a:t>
            </a:r>
          </a:p>
          <a:p>
            <a:r>
              <a:rPr lang="de-DE" sz="7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de-DE" sz="700" b="1" dirty="0" err="1">
                <a:solidFill>
                  <a:schemeClr val="tx1"/>
                </a:solidFill>
                <a:latin typeface="Arial" panose="020B0604020202020204" pitchFamily="34" charset="0"/>
              </a:rPr>
              <a:t>XInneres</a:t>
            </a:r>
            <a:endParaRPr lang="de-DE" sz="700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8B73BB13-ABAB-8C83-8286-760AE17E5EC6}"/>
              </a:ext>
            </a:extLst>
          </p:cNvPr>
          <p:cNvSpPr/>
          <p:nvPr/>
        </p:nvSpPr>
        <p:spPr>
          <a:xfrm>
            <a:off x="8174846" y="2874462"/>
            <a:ext cx="226114" cy="278615"/>
          </a:xfrm>
          <a:prstGeom prst="rect">
            <a:avLst/>
          </a:prstGeom>
          <a:ln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600" dirty="0">
                <a:solidFill>
                  <a:schemeClr val="tx1"/>
                </a:solidFill>
                <a:latin typeface="Arial" panose="020B0604020202020204" pitchFamily="34" charset="0"/>
              </a:rPr>
              <a:t>XMeld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77FBBAC8-B0A7-C84A-A759-F4C428F61035}"/>
              </a:ext>
            </a:extLst>
          </p:cNvPr>
          <p:cNvSpPr/>
          <p:nvPr/>
        </p:nvSpPr>
        <p:spPr>
          <a:xfrm>
            <a:off x="8430637" y="2878130"/>
            <a:ext cx="399528" cy="271277"/>
          </a:xfrm>
          <a:prstGeom prst="rect">
            <a:avLst/>
          </a:prstGeom>
          <a:ln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600" dirty="0">
                <a:solidFill>
                  <a:schemeClr val="tx1"/>
                </a:solidFill>
                <a:latin typeface="Arial" panose="020B0604020202020204" pitchFamily="34" charset="0"/>
              </a:rPr>
              <a:t>XPersonenstand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8C63E218-280E-7B5A-8947-1C4C53175DA5}"/>
              </a:ext>
            </a:extLst>
          </p:cNvPr>
          <p:cNvSpPr/>
          <p:nvPr/>
        </p:nvSpPr>
        <p:spPr>
          <a:xfrm>
            <a:off x="6891763" y="3522666"/>
            <a:ext cx="1990158" cy="31608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800" dirty="0">
                <a:solidFill>
                  <a:schemeClr val="tx1"/>
                </a:solidFill>
                <a:latin typeface="Arial" panose="020B0604020202020204" pitchFamily="34" charset="0"/>
              </a:rPr>
              <a:t>  </a:t>
            </a:r>
            <a:r>
              <a:rPr lang="de-DE" sz="800" b="1" dirty="0">
                <a:solidFill>
                  <a:schemeClr val="tx1"/>
                </a:solidFill>
                <a:latin typeface="Arial" panose="020B0604020202020204" pitchFamily="34" charset="0"/>
              </a:rPr>
              <a:t>OZG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4E8C07CD-C46C-CD76-71CE-78312FB2522A}"/>
              </a:ext>
            </a:extLst>
          </p:cNvPr>
          <p:cNvSpPr/>
          <p:nvPr/>
        </p:nvSpPr>
        <p:spPr>
          <a:xfrm>
            <a:off x="7919055" y="2874462"/>
            <a:ext cx="226114" cy="278616"/>
          </a:xfrm>
          <a:prstGeom prst="rect">
            <a:avLst/>
          </a:prstGeom>
          <a:ln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600" dirty="0">
                <a:solidFill>
                  <a:schemeClr val="tx1"/>
                </a:solidFill>
                <a:latin typeface="Arial" panose="020B0604020202020204" pitchFamily="34" charset="0"/>
              </a:rPr>
              <a:t>XAusl.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402A4CD6-665A-F204-4CC7-3B2C63D2D918}"/>
              </a:ext>
            </a:extLst>
          </p:cNvPr>
          <p:cNvSpPr/>
          <p:nvPr/>
        </p:nvSpPr>
        <p:spPr>
          <a:xfrm>
            <a:off x="7933924" y="3552376"/>
            <a:ext cx="448924" cy="262866"/>
          </a:xfrm>
          <a:prstGeom prst="rect">
            <a:avLst/>
          </a:prstGeom>
          <a:ln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600" dirty="0">
                <a:solidFill>
                  <a:schemeClr val="tx1"/>
                </a:solidFill>
                <a:latin typeface="Arial" panose="020B0604020202020204" pitchFamily="34" charset="0"/>
              </a:rPr>
              <a:t>Datencockpit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A1C6539D-1C18-F220-1FA2-5F272402F8A8}"/>
              </a:ext>
            </a:extLst>
          </p:cNvPr>
          <p:cNvSpPr/>
          <p:nvPr/>
        </p:nvSpPr>
        <p:spPr>
          <a:xfrm>
            <a:off x="7322877" y="3552376"/>
            <a:ext cx="572985" cy="262866"/>
          </a:xfrm>
          <a:prstGeom prst="rect">
            <a:avLst/>
          </a:prstGeom>
          <a:ln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600" dirty="0">
                <a:solidFill>
                  <a:schemeClr val="tx1"/>
                </a:solidFill>
                <a:latin typeface="Arial" panose="020B0604020202020204" pitchFamily="34" charset="0"/>
              </a:rPr>
              <a:t>OZG-Nutzerkonten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EC36CF3C-4DEE-39AE-34C3-ACB50D314922}"/>
              </a:ext>
            </a:extLst>
          </p:cNvPr>
          <p:cNvSpPr/>
          <p:nvPr/>
        </p:nvSpPr>
        <p:spPr>
          <a:xfrm>
            <a:off x="7427234" y="3238586"/>
            <a:ext cx="278101" cy="1315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600" dirty="0">
                <a:solidFill>
                  <a:schemeClr val="tx1"/>
                </a:solidFill>
                <a:latin typeface="Arial" panose="020B0604020202020204" pitchFamily="34" charset="0"/>
              </a:rPr>
              <a:t>SDG</a:t>
            </a:r>
            <a:endParaRPr lang="de-DE" sz="600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6300C1CA-727F-3FBC-DE8B-6189ECE9750D}"/>
              </a:ext>
            </a:extLst>
          </p:cNvPr>
          <p:cNvSpPr/>
          <p:nvPr/>
        </p:nvSpPr>
        <p:spPr>
          <a:xfrm>
            <a:off x="7747299" y="3240648"/>
            <a:ext cx="490615" cy="1295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600" dirty="0">
                <a:solidFill>
                  <a:schemeClr val="tx1"/>
                </a:solidFill>
                <a:latin typeface="Arial" panose="020B0604020202020204" pitchFamily="34" charset="0"/>
              </a:rPr>
              <a:t>ELM/EDCI</a:t>
            </a:r>
            <a:endParaRPr lang="de-DE" sz="600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F89CD176-A714-414B-4FA8-45F512E00AD4}"/>
              </a:ext>
            </a:extLst>
          </p:cNvPr>
          <p:cNvSpPr/>
          <p:nvPr/>
        </p:nvSpPr>
        <p:spPr>
          <a:xfrm>
            <a:off x="8278970" y="3242611"/>
            <a:ext cx="604893" cy="1275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600" dirty="0">
                <a:solidFill>
                  <a:schemeClr val="tx1"/>
                </a:solidFill>
                <a:latin typeface="Arial" panose="020B0604020202020204" pitchFamily="34" charset="0"/>
              </a:rPr>
              <a:t>EMREX/ELMO</a:t>
            </a:r>
            <a:endParaRPr lang="de-DE" sz="600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D4086524-01F2-0F9D-3A7F-A9CC63F9A7CD}"/>
              </a:ext>
            </a:extLst>
          </p:cNvPr>
          <p:cNvSpPr/>
          <p:nvPr/>
        </p:nvSpPr>
        <p:spPr>
          <a:xfrm>
            <a:off x="8412760" y="3549470"/>
            <a:ext cx="435281" cy="262471"/>
          </a:xfrm>
          <a:prstGeom prst="rect">
            <a:avLst/>
          </a:prstGeom>
          <a:ln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600" dirty="0">
                <a:solidFill>
                  <a:schemeClr val="tx1"/>
                </a:solidFill>
                <a:latin typeface="Arial" panose="020B0604020202020204" pitchFamily="34" charset="0"/>
              </a:rPr>
              <a:t>ePayment</a:t>
            </a:r>
          </a:p>
        </p:txBody>
      </p:sp>
    </p:spTree>
    <p:extLst>
      <p:ext uri="{BB962C8B-B14F-4D97-AF65-F5344CB8AC3E}">
        <p14:creationId xmlns:p14="http://schemas.microsoft.com/office/powerpoint/2010/main" val="2026044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hteck 35"/>
          <p:cNvSpPr/>
          <p:nvPr/>
        </p:nvSpPr>
        <p:spPr>
          <a:xfrm>
            <a:off x="68944" y="2358775"/>
            <a:ext cx="8958942" cy="36061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/>
          </a:p>
        </p:txBody>
      </p:sp>
      <p:sp>
        <p:nvSpPr>
          <p:cNvPr id="40" name="Rechteck 39"/>
          <p:cNvSpPr/>
          <p:nvPr/>
        </p:nvSpPr>
        <p:spPr>
          <a:xfrm>
            <a:off x="68944" y="3488210"/>
            <a:ext cx="8958942" cy="35935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/>
          </a:p>
        </p:txBody>
      </p:sp>
      <p:sp>
        <p:nvSpPr>
          <p:cNvPr id="38" name="Rechteck 37"/>
          <p:cNvSpPr/>
          <p:nvPr/>
        </p:nvSpPr>
        <p:spPr>
          <a:xfrm>
            <a:off x="68944" y="2766285"/>
            <a:ext cx="8958942" cy="66908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/>
          </a:p>
        </p:txBody>
      </p:sp>
      <p:sp>
        <p:nvSpPr>
          <p:cNvPr id="28" name="Rechteck 27"/>
          <p:cNvSpPr/>
          <p:nvPr/>
        </p:nvSpPr>
        <p:spPr>
          <a:xfrm>
            <a:off x="68944" y="1896787"/>
            <a:ext cx="8958942" cy="403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 dirty="0"/>
          </a:p>
        </p:txBody>
      </p:sp>
      <p:sp>
        <p:nvSpPr>
          <p:cNvPr id="2" name="Textfeld 1"/>
          <p:cNvSpPr txBox="1"/>
          <p:nvPr/>
        </p:nvSpPr>
        <p:spPr>
          <a:xfrm>
            <a:off x="455646" y="1992137"/>
            <a:ext cx="172964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kern="1000" dirty="0"/>
              <a:t>Rechtliche Interoperabilität</a:t>
            </a:r>
          </a:p>
        </p:txBody>
      </p:sp>
      <p:sp>
        <p:nvSpPr>
          <p:cNvPr id="30" name="Textfeld 29"/>
          <p:cNvSpPr txBox="1"/>
          <p:nvPr/>
        </p:nvSpPr>
        <p:spPr>
          <a:xfrm>
            <a:off x="455646" y="2395057"/>
            <a:ext cx="207813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kern="1000" dirty="0"/>
              <a:t>Organisatorische Interoperabilität</a:t>
            </a:r>
          </a:p>
        </p:txBody>
      </p:sp>
      <p:sp>
        <p:nvSpPr>
          <p:cNvPr id="31" name="Textfeld 30"/>
          <p:cNvSpPr txBox="1"/>
          <p:nvPr/>
        </p:nvSpPr>
        <p:spPr>
          <a:xfrm>
            <a:off x="469508" y="2954348"/>
            <a:ext cx="18588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kern="1000" dirty="0"/>
              <a:t>Semantische Interoperabilität</a:t>
            </a:r>
          </a:p>
        </p:txBody>
      </p:sp>
      <p:sp>
        <p:nvSpPr>
          <p:cNvPr id="32" name="Textfeld 31"/>
          <p:cNvSpPr txBox="1"/>
          <p:nvPr/>
        </p:nvSpPr>
        <p:spPr>
          <a:xfrm>
            <a:off x="462577" y="3549971"/>
            <a:ext cx="175849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kern="1000" dirty="0"/>
              <a:t>Technische Interoperabilität</a:t>
            </a:r>
          </a:p>
        </p:txBody>
      </p:sp>
      <p:sp>
        <p:nvSpPr>
          <p:cNvPr id="13" name="Rechteck 12"/>
          <p:cNvSpPr/>
          <p:nvPr/>
        </p:nvSpPr>
        <p:spPr>
          <a:xfrm>
            <a:off x="2625854" y="1954069"/>
            <a:ext cx="691870" cy="28428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>
                <a:solidFill>
                  <a:schemeClr val="tx1"/>
                </a:solidFill>
              </a:rPr>
              <a:t>OZG</a:t>
            </a:r>
          </a:p>
        </p:txBody>
      </p:sp>
      <p:sp>
        <p:nvSpPr>
          <p:cNvPr id="14" name="Rechteck 13"/>
          <p:cNvSpPr/>
          <p:nvPr/>
        </p:nvSpPr>
        <p:spPr>
          <a:xfrm>
            <a:off x="4179390" y="1954067"/>
            <a:ext cx="1036097" cy="28428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>
                <a:solidFill>
                  <a:schemeClr val="tx1"/>
                </a:solidFill>
              </a:rPr>
              <a:t>DSGVO</a:t>
            </a:r>
          </a:p>
        </p:txBody>
      </p:sp>
      <p:sp>
        <p:nvSpPr>
          <p:cNvPr id="15" name="Rechteck 14"/>
          <p:cNvSpPr/>
          <p:nvPr/>
        </p:nvSpPr>
        <p:spPr>
          <a:xfrm>
            <a:off x="6146999" y="1954066"/>
            <a:ext cx="1036097" cy="28428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>
                <a:solidFill>
                  <a:schemeClr val="tx1"/>
                </a:solidFill>
              </a:rPr>
              <a:t>weitere</a:t>
            </a:r>
          </a:p>
        </p:txBody>
      </p:sp>
      <p:sp>
        <p:nvSpPr>
          <p:cNvPr id="34" name="Rechteck 33"/>
          <p:cNvSpPr/>
          <p:nvPr/>
        </p:nvSpPr>
        <p:spPr>
          <a:xfrm>
            <a:off x="2627390" y="2390349"/>
            <a:ext cx="1103699" cy="2922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2"/>
                </a:solidFill>
                <a:latin typeface="Arial" panose="020B0604020202020204" pitchFamily="34" charset="0"/>
              </a:rPr>
              <a:t>Bologna-Prozess</a:t>
            </a:r>
          </a:p>
        </p:txBody>
      </p:sp>
      <p:sp>
        <p:nvSpPr>
          <p:cNvPr id="35" name="Rechteck 34"/>
          <p:cNvSpPr/>
          <p:nvPr/>
        </p:nvSpPr>
        <p:spPr>
          <a:xfrm>
            <a:off x="5796590" y="2389462"/>
            <a:ext cx="1515900" cy="2922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2"/>
                </a:solidFill>
                <a:latin typeface="Arial" panose="020B0604020202020204" pitchFamily="34" charset="0"/>
              </a:rPr>
              <a:t>Deklaration von Groningen</a:t>
            </a:r>
          </a:p>
        </p:txBody>
      </p:sp>
      <p:sp>
        <p:nvSpPr>
          <p:cNvPr id="37" name="Rechteck 36"/>
          <p:cNvSpPr/>
          <p:nvPr/>
        </p:nvSpPr>
        <p:spPr>
          <a:xfrm>
            <a:off x="3402622" y="1954067"/>
            <a:ext cx="691870" cy="28428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>
                <a:solidFill>
                  <a:schemeClr val="tx1"/>
                </a:solidFill>
              </a:rPr>
              <a:t>SDG</a:t>
            </a:r>
          </a:p>
        </p:txBody>
      </p:sp>
      <p:sp>
        <p:nvSpPr>
          <p:cNvPr id="39" name="Rechteck 38"/>
          <p:cNvSpPr/>
          <p:nvPr/>
        </p:nvSpPr>
        <p:spPr>
          <a:xfrm>
            <a:off x="5335308" y="1954067"/>
            <a:ext cx="691870" cy="28428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>
                <a:solidFill>
                  <a:schemeClr val="tx1"/>
                </a:solidFill>
              </a:rPr>
              <a:t>eIDAS</a:t>
            </a:r>
          </a:p>
        </p:txBody>
      </p:sp>
      <p:sp>
        <p:nvSpPr>
          <p:cNvPr id="47" name="Textfeld 46"/>
          <p:cNvSpPr txBox="1"/>
          <p:nvPr/>
        </p:nvSpPr>
        <p:spPr>
          <a:xfrm>
            <a:off x="2846505" y="118589"/>
            <a:ext cx="1409445" cy="91440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216000" indent="-180000">
              <a:lnSpc>
                <a:spcPct val="110000"/>
              </a:lnSpc>
              <a:spcBef>
                <a:spcPts val="1000"/>
              </a:spcBef>
              <a:buClr>
                <a:schemeClr val="tx2"/>
              </a:buClr>
              <a:buFont typeface="init_signs normal" panose="00000500000000000000" pitchFamily="2" charset="0"/>
              <a:buChar char="A"/>
            </a:pPr>
            <a:endParaRPr lang="de-DE" sz="1600" dirty="0"/>
          </a:p>
        </p:txBody>
      </p:sp>
      <p:sp>
        <p:nvSpPr>
          <p:cNvPr id="41" name="Rechteck 40"/>
          <p:cNvSpPr/>
          <p:nvPr/>
        </p:nvSpPr>
        <p:spPr>
          <a:xfrm>
            <a:off x="2625369" y="2840140"/>
            <a:ext cx="4776093" cy="532787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800" dirty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de-DE" sz="1200" b="1" dirty="0" err="1">
                <a:solidFill>
                  <a:schemeClr val="tx1"/>
                </a:solidFill>
                <a:latin typeface="Arial" panose="020B0604020202020204" pitchFamily="34" charset="0"/>
              </a:rPr>
              <a:t>XBildung</a:t>
            </a:r>
            <a:endParaRPr lang="de-DE" sz="800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3" name="Rechteck 52"/>
          <p:cNvSpPr/>
          <p:nvPr/>
        </p:nvSpPr>
        <p:spPr>
          <a:xfrm>
            <a:off x="2980532" y="183302"/>
            <a:ext cx="585988" cy="6208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500" dirty="0">
                <a:solidFill>
                  <a:schemeClr val="tx1"/>
                </a:solidFill>
                <a:latin typeface="Arial" panose="020B0604020202020204" pitchFamily="34" charset="0"/>
              </a:rPr>
              <a:t>Europass Digital Credential Infrastructure (EDCI)</a:t>
            </a:r>
          </a:p>
        </p:txBody>
      </p:sp>
      <p:pic>
        <p:nvPicPr>
          <p:cNvPr id="42" name="Grafik 41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589" y="3516074"/>
            <a:ext cx="349724" cy="303623"/>
          </a:xfrm>
          <a:prstGeom prst="rect">
            <a:avLst/>
          </a:prstGeom>
          <a:blipFill dpi="0" rotWithShape="1">
            <a:blip r:embed="rId3">
              <a:alphaModFix amt="88000"/>
            </a:blip>
            <a:srcRect/>
            <a:tile tx="0" ty="0" sx="100000" sy="100000" flip="none" algn="tl"/>
          </a:blipFill>
        </p:spPr>
      </p:pic>
      <p:pic>
        <p:nvPicPr>
          <p:cNvPr id="43" name="Grafik 42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589" y="2944979"/>
            <a:ext cx="351135" cy="307567"/>
          </a:xfrm>
          <a:prstGeom prst="rect">
            <a:avLst/>
          </a:prstGeom>
          <a:blipFill dpi="0" rotWithShape="1">
            <a:blip r:embed="rId3">
              <a:alphaModFix amt="88000"/>
            </a:blip>
            <a:srcRect/>
            <a:tile tx="0" ty="0" sx="100000" sy="100000" flip="none" algn="tl"/>
          </a:blipFill>
        </p:spPr>
      </p:pic>
      <p:pic>
        <p:nvPicPr>
          <p:cNvPr id="44" name="Grafik 43"/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589" y="1923149"/>
            <a:ext cx="346659" cy="346121"/>
          </a:xfrm>
          <a:prstGeom prst="rect">
            <a:avLst/>
          </a:prstGeom>
          <a:blipFill dpi="0" rotWithShape="1">
            <a:blip r:embed="rId3">
              <a:alphaModFix amt="88000"/>
            </a:blip>
            <a:srcRect/>
            <a:tile tx="0" ty="0" sx="100000" sy="100000" flip="none" algn="tl"/>
          </a:blipFill>
        </p:spPr>
      </p:pic>
      <p:pic>
        <p:nvPicPr>
          <p:cNvPr id="45" name="Grafik 44"/>
          <p:cNvPicPr>
            <a:picLocks noChangeAspect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589" y="2373832"/>
            <a:ext cx="346659" cy="305624"/>
          </a:xfrm>
          <a:prstGeom prst="rect">
            <a:avLst/>
          </a:prstGeom>
          <a:blipFill dpi="0" rotWithShape="1">
            <a:blip r:embed="rId3">
              <a:alphaModFix amt="88000"/>
            </a:blip>
            <a:srcRect/>
            <a:tile tx="0" ty="0" sx="100000" sy="100000" flip="none" algn="tl"/>
          </a:blipFill>
        </p:spPr>
      </p:pic>
      <p:sp>
        <p:nvSpPr>
          <p:cNvPr id="10" name="Rechteck 9">
            <a:extLst>
              <a:ext uri="{FF2B5EF4-FFF2-40B4-BE49-F238E27FC236}">
                <a16:creationId xmlns:a16="http://schemas.microsoft.com/office/drawing/2014/main" id="{3A61D9BA-CCFC-84EF-8208-97B6F689E5AE}"/>
              </a:ext>
            </a:extLst>
          </p:cNvPr>
          <p:cNvSpPr/>
          <p:nvPr/>
        </p:nvSpPr>
        <p:spPr>
          <a:xfrm>
            <a:off x="3447427" y="2926599"/>
            <a:ext cx="884307" cy="365666"/>
          </a:xfrm>
          <a:prstGeom prst="rect">
            <a:avLst/>
          </a:prstGeom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900" b="1" dirty="0" err="1">
                <a:solidFill>
                  <a:schemeClr val="tx2"/>
                </a:solidFill>
                <a:latin typeface="Arial" panose="020B0604020202020204" pitchFamily="34" charset="0"/>
              </a:rPr>
              <a:t>XHochschule</a:t>
            </a:r>
            <a:endParaRPr lang="de-DE" sz="900" b="1" dirty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1023D396-B657-17AC-B1CB-E7F21614AD6B}"/>
              </a:ext>
            </a:extLst>
          </p:cNvPr>
          <p:cNvSpPr/>
          <p:nvPr/>
        </p:nvSpPr>
        <p:spPr>
          <a:xfrm>
            <a:off x="4383404" y="2926599"/>
            <a:ext cx="559529" cy="365666"/>
          </a:xfrm>
          <a:prstGeom prst="rect">
            <a:avLst/>
          </a:prstGeom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900" b="1" dirty="0">
                <a:solidFill>
                  <a:srgbClr val="00B050"/>
                </a:solidFill>
                <a:latin typeface="Arial" panose="020B0604020202020204" pitchFamily="34" charset="0"/>
              </a:rPr>
              <a:t>XSchule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F8F31595-093C-3E18-28EF-5A8A2E3656A0}"/>
              </a:ext>
            </a:extLst>
          </p:cNvPr>
          <p:cNvSpPr/>
          <p:nvPr/>
        </p:nvSpPr>
        <p:spPr>
          <a:xfrm>
            <a:off x="5026236" y="2926599"/>
            <a:ext cx="559530" cy="365666"/>
          </a:xfrm>
          <a:prstGeom prst="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900" dirty="0" err="1">
                <a:solidFill>
                  <a:srgbClr val="002060"/>
                </a:solidFill>
                <a:latin typeface="Arial" panose="020B0604020202020204" pitchFamily="34" charset="0"/>
              </a:rPr>
              <a:t>XBAföG</a:t>
            </a:r>
            <a:endParaRPr lang="de-DE" sz="900" dirty="0">
              <a:solidFill>
                <a:srgbClr val="002060"/>
              </a:solidFill>
              <a:latin typeface="Arial" panose="020B0604020202020204" pitchFamily="34" charset="0"/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9F4EE645-89B8-2156-A00F-A4B118C8D68B}"/>
              </a:ext>
            </a:extLst>
          </p:cNvPr>
          <p:cNvSpPr/>
          <p:nvPr/>
        </p:nvSpPr>
        <p:spPr>
          <a:xfrm>
            <a:off x="4600446" y="578764"/>
            <a:ext cx="318293" cy="670061"/>
          </a:xfrm>
          <a:prstGeom prst="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600" i="1" dirty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de-DE" sz="600" i="1" dirty="0" err="1">
                <a:solidFill>
                  <a:srgbClr val="0070C0"/>
                </a:solidFill>
                <a:latin typeface="Arial" panose="020B0604020202020204" pitchFamily="34" charset="0"/>
              </a:rPr>
              <a:t>XSchule</a:t>
            </a:r>
            <a:endParaRPr lang="de-DE" sz="600" i="1" dirty="0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A9583A07-52CD-4722-AE6C-3B9D21D8CE88}"/>
              </a:ext>
            </a:extLst>
          </p:cNvPr>
          <p:cNvSpPr/>
          <p:nvPr/>
        </p:nvSpPr>
        <p:spPr>
          <a:xfrm>
            <a:off x="4255950" y="577632"/>
            <a:ext cx="318293" cy="670061"/>
          </a:xfrm>
          <a:prstGeom prst="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600" i="1" dirty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de-DE" sz="600" i="1" dirty="0" err="1">
                <a:solidFill>
                  <a:srgbClr val="0070C0"/>
                </a:solidFill>
                <a:latin typeface="Arial" panose="020B0604020202020204" pitchFamily="34" charset="0"/>
              </a:rPr>
              <a:t>XBAföG</a:t>
            </a:r>
            <a:endParaRPr lang="de-DE" sz="600" i="1" dirty="0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D98A79CF-2D56-3BA5-DCC5-79D5B2324C13}"/>
              </a:ext>
            </a:extLst>
          </p:cNvPr>
          <p:cNvSpPr/>
          <p:nvPr/>
        </p:nvSpPr>
        <p:spPr>
          <a:xfrm>
            <a:off x="4953596" y="575674"/>
            <a:ext cx="576736" cy="669085"/>
          </a:xfrm>
          <a:prstGeom prst="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600" i="1" dirty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de-DE" sz="600" i="1" dirty="0" err="1">
                <a:solidFill>
                  <a:srgbClr val="0070C0"/>
                </a:solidFill>
                <a:latin typeface="Arial" panose="020B0604020202020204" pitchFamily="34" charset="0"/>
              </a:rPr>
              <a:t>XWeiterbildung</a:t>
            </a:r>
            <a:endParaRPr lang="de-DE" sz="600" i="1" dirty="0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0475F2A8-E39D-946E-C214-E58E21C94140}"/>
              </a:ext>
            </a:extLst>
          </p:cNvPr>
          <p:cNvSpPr/>
          <p:nvPr/>
        </p:nvSpPr>
        <p:spPr>
          <a:xfrm>
            <a:off x="5504133" y="575674"/>
            <a:ext cx="666733" cy="669085"/>
          </a:xfrm>
          <a:prstGeom prst="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600" i="1" dirty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de-DE" sz="600" i="1" dirty="0" err="1">
                <a:solidFill>
                  <a:srgbClr val="0070C0"/>
                </a:solidFill>
                <a:latin typeface="Arial" panose="020B0604020202020204" pitchFamily="34" charset="0"/>
              </a:rPr>
              <a:t>XBerufsausbildung</a:t>
            </a:r>
            <a:endParaRPr lang="de-DE" sz="600" i="1" dirty="0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12DD7241-A9AF-83B9-E156-F14EEE153E12}"/>
              </a:ext>
            </a:extLst>
          </p:cNvPr>
          <p:cNvSpPr/>
          <p:nvPr/>
        </p:nvSpPr>
        <p:spPr>
          <a:xfrm>
            <a:off x="5614866" y="2926599"/>
            <a:ext cx="656109" cy="365666"/>
          </a:xfrm>
          <a:prstGeom prst="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900" dirty="0" err="1">
                <a:solidFill>
                  <a:srgbClr val="002060"/>
                </a:solidFill>
                <a:latin typeface="Arial" panose="020B0604020202020204" pitchFamily="34" charset="0"/>
              </a:rPr>
              <a:t>XWeiter</a:t>
            </a:r>
            <a:r>
              <a:rPr lang="de-DE" sz="900" dirty="0">
                <a:solidFill>
                  <a:srgbClr val="002060"/>
                </a:solidFill>
                <a:latin typeface="Arial" panose="020B0604020202020204" pitchFamily="34" charset="0"/>
              </a:rPr>
              <a:t>-bildung</a:t>
            </a: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34CA5F35-59D7-BA72-32D7-11C74BEC0EE0}"/>
              </a:ext>
            </a:extLst>
          </p:cNvPr>
          <p:cNvSpPr/>
          <p:nvPr/>
        </p:nvSpPr>
        <p:spPr>
          <a:xfrm>
            <a:off x="6299649" y="2925788"/>
            <a:ext cx="730878" cy="365666"/>
          </a:xfrm>
          <a:prstGeom prst="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900" dirty="0" err="1">
                <a:solidFill>
                  <a:srgbClr val="002060"/>
                </a:solidFill>
                <a:latin typeface="Arial" panose="020B0604020202020204" pitchFamily="34" charset="0"/>
              </a:rPr>
              <a:t>XBerufsaus</a:t>
            </a:r>
            <a:r>
              <a:rPr lang="de-DE" sz="900" dirty="0">
                <a:solidFill>
                  <a:srgbClr val="002060"/>
                </a:solidFill>
                <a:latin typeface="Arial" panose="020B0604020202020204" pitchFamily="34" charset="0"/>
              </a:rPr>
              <a:t>-bildung</a:t>
            </a: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7EBCA287-3ABC-6F6E-5FC9-417D3330BB68}"/>
              </a:ext>
            </a:extLst>
          </p:cNvPr>
          <p:cNvSpPr/>
          <p:nvPr/>
        </p:nvSpPr>
        <p:spPr>
          <a:xfrm>
            <a:off x="7064013" y="2923693"/>
            <a:ext cx="229590" cy="365666"/>
          </a:xfrm>
          <a:prstGeom prst="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900" dirty="0">
                <a:solidFill>
                  <a:srgbClr val="002060"/>
                </a:solidFill>
                <a:latin typeface="Arial" panose="020B0604020202020204" pitchFamily="34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857966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hteck 35"/>
          <p:cNvSpPr/>
          <p:nvPr/>
        </p:nvSpPr>
        <p:spPr>
          <a:xfrm>
            <a:off x="68944" y="3273175"/>
            <a:ext cx="8958942" cy="33573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/>
          </a:p>
        </p:txBody>
      </p:sp>
      <p:sp>
        <p:nvSpPr>
          <p:cNvPr id="40" name="Rechteck 39"/>
          <p:cNvSpPr/>
          <p:nvPr/>
        </p:nvSpPr>
        <p:spPr>
          <a:xfrm>
            <a:off x="68944" y="4042287"/>
            <a:ext cx="8958942" cy="35935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/>
          </a:p>
        </p:txBody>
      </p:sp>
      <p:sp>
        <p:nvSpPr>
          <p:cNvPr id="38" name="Rechteck 37"/>
          <p:cNvSpPr/>
          <p:nvPr/>
        </p:nvSpPr>
        <p:spPr>
          <a:xfrm>
            <a:off x="68944" y="3641611"/>
            <a:ext cx="8958942" cy="3679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/>
          </a:p>
        </p:txBody>
      </p:sp>
      <p:sp>
        <p:nvSpPr>
          <p:cNvPr id="28" name="Rechteck 27"/>
          <p:cNvSpPr/>
          <p:nvPr/>
        </p:nvSpPr>
        <p:spPr>
          <a:xfrm>
            <a:off x="68944" y="2836254"/>
            <a:ext cx="8958942" cy="403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6"/>
          </p:nvPr>
        </p:nvSpPr>
        <p:spPr>
          <a:xfrm>
            <a:off x="326187" y="4923408"/>
            <a:ext cx="3077766" cy="146643"/>
          </a:xfrm>
        </p:spPr>
        <p:txBody>
          <a:bodyPr/>
          <a:lstStyle/>
          <a:p>
            <a:r>
              <a:rPr lang="de-DE" sz="600" dirty="0"/>
              <a:t>20.04.2020 – Informationsveranstaltung XHochschule und XBIldung</a:t>
            </a:r>
          </a:p>
        </p:txBody>
      </p:sp>
      <p:sp>
        <p:nvSpPr>
          <p:cNvPr id="2" name="Textfeld 1"/>
          <p:cNvSpPr txBox="1"/>
          <p:nvPr/>
        </p:nvSpPr>
        <p:spPr>
          <a:xfrm>
            <a:off x="455646" y="2931604"/>
            <a:ext cx="172964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kern="1000" dirty="0"/>
              <a:t>Rechtliche Interoperabilität</a:t>
            </a:r>
          </a:p>
        </p:txBody>
      </p:sp>
      <p:sp>
        <p:nvSpPr>
          <p:cNvPr id="30" name="Textfeld 29"/>
          <p:cNvSpPr txBox="1"/>
          <p:nvPr/>
        </p:nvSpPr>
        <p:spPr>
          <a:xfrm>
            <a:off x="455646" y="3309457"/>
            <a:ext cx="207813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kern="1000" dirty="0"/>
              <a:t>Organisatorische Interoperabilität</a:t>
            </a:r>
          </a:p>
        </p:txBody>
      </p:sp>
      <p:sp>
        <p:nvSpPr>
          <p:cNvPr id="31" name="Textfeld 30"/>
          <p:cNvSpPr txBox="1"/>
          <p:nvPr/>
        </p:nvSpPr>
        <p:spPr>
          <a:xfrm>
            <a:off x="469508" y="3681184"/>
            <a:ext cx="18588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kern="1000" dirty="0"/>
              <a:t>Semantische Interoperabilität</a:t>
            </a:r>
          </a:p>
        </p:txBody>
      </p:sp>
      <p:sp>
        <p:nvSpPr>
          <p:cNvPr id="32" name="Textfeld 31"/>
          <p:cNvSpPr txBox="1"/>
          <p:nvPr/>
        </p:nvSpPr>
        <p:spPr>
          <a:xfrm>
            <a:off x="462577" y="4104048"/>
            <a:ext cx="175849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kern="1000" dirty="0"/>
              <a:t>Technische Interoperabilität</a:t>
            </a:r>
          </a:p>
        </p:txBody>
      </p:sp>
      <p:sp>
        <p:nvSpPr>
          <p:cNvPr id="13" name="Rechteck 12"/>
          <p:cNvSpPr/>
          <p:nvPr/>
        </p:nvSpPr>
        <p:spPr>
          <a:xfrm>
            <a:off x="2874988" y="2893536"/>
            <a:ext cx="691870" cy="28428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>
                <a:solidFill>
                  <a:schemeClr val="tx1"/>
                </a:solidFill>
              </a:rPr>
              <a:t>OZG</a:t>
            </a:r>
          </a:p>
        </p:txBody>
      </p:sp>
      <p:sp>
        <p:nvSpPr>
          <p:cNvPr id="14" name="Rechteck 13"/>
          <p:cNvSpPr/>
          <p:nvPr/>
        </p:nvSpPr>
        <p:spPr>
          <a:xfrm>
            <a:off x="4428524" y="2893534"/>
            <a:ext cx="1036097" cy="28428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>
                <a:solidFill>
                  <a:schemeClr val="tx1"/>
                </a:solidFill>
              </a:rPr>
              <a:t>DSGVO</a:t>
            </a:r>
          </a:p>
        </p:txBody>
      </p:sp>
      <p:sp>
        <p:nvSpPr>
          <p:cNvPr id="15" name="Rechteck 14"/>
          <p:cNvSpPr/>
          <p:nvPr/>
        </p:nvSpPr>
        <p:spPr>
          <a:xfrm>
            <a:off x="6396133" y="2893533"/>
            <a:ext cx="1036097" cy="28428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>
                <a:solidFill>
                  <a:schemeClr val="tx1"/>
                </a:solidFill>
              </a:rPr>
              <a:t>weitere</a:t>
            </a:r>
          </a:p>
        </p:txBody>
      </p:sp>
      <p:sp>
        <p:nvSpPr>
          <p:cNvPr id="34" name="Rechteck 33"/>
          <p:cNvSpPr/>
          <p:nvPr/>
        </p:nvSpPr>
        <p:spPr>
          <a:xfrm>
            <a:off x="2860894" y="3296934"/>
            <a:ext cx="1103699" cy="2922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2"/>
                </a:solidFill>
                <a:latin typeface="Arial" panose="020B0604020202020204" pitchFamily="34" charset="0"/>
              </a:rPr>
              <a:t>Bologna-Prozess</a:t>
            </a:r>
          </a:p>
        </p:txBody>
      </p:sp>
      <p:sp>
        <p:nvSpPr>
          <p:cNvPr id="35" name="Rechteck 34"/>
          <p:cNvSpPr/>
          <p:nvPr/>
        </p:nvSpPr>
        <p:spPr>
          <a:xfrm>
            <a:off x="6700654" y="3279987"/>
            <a:ext cx="1515900" cy="2922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2"/>
                </a:solidFill>
                <a:latin typeface="Arial" panose="020B0604020202020204" pitchFamily="34" charset="0"/>
              </a:rPr>
              <a:t>Deklaration von Groningen</a:t>
            </a:r>
          </a:p>
        </p:txBody>
      </p:sp>
      <p:sp>
        <p:nvSpPr>
          <p:cNvPr id="37" name="Rechteck 36"/>
          <p:cNvSpPr/>
          <p:nvPr/>
        </p:nvSpPr>
        <p:spPr>
          <a:xfrm>
            <a:off x="3651756" y="2893534"/>
            <a:ext cx="691870" cy="28428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>
                <a:solidFill>
                  <a:schemeClr val="tx1"/>
                </a:solidFill>
              </a:rPr>
              <a:t>SDG</a:t>
            </a:r>
          </a:p>
        </p:txBody>
      </p:sp>
      <p:sp>
        <p:nvSpPr>
          <p:cNvPr id="39" name="Rechteck 38"/>
          <p:cNvSpPr/>
          <p:nvPr/>
        </p:nvSpPr>
        <p:spPr>
          <a:xfrm>
            <a:off x="5584442" y="2893534"/>
            <a:ext cx="691870" cy="28428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>
                <a:solidFill>
                  <a:schemeClr val="tx1"/>
                </a:solidFill>
              </a:rPr>
              <a:t>eIDAS</a:t>
            </a:r>
          </a:p>
        </p:txBody>
      </p:sp>
      <p:sp>
        <p:nvSpPr>
          <p:cNvPr id="47" name="Textfeld 46"/>
          <p:cNvSpPr txBox="1"/>
          <p:nvPr/>
        </p:nvSpPr>
        <p:spPr>
          <a:xfrm>
            <a:off x="2708020" y="1415943"/>
            <a:ext cx="1409445" cy="91440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216000" indent="-180000">
              <a:lnSpc>
                <a:spcPct val="110000"/>
              </a:lnSpc>
              <a:spcBef>
                <a:spcPts val="1000"/>
              </a:spcBef>
              <a:buClr>
                <a:schemeClr val="tx2"/>
              </a:buClr>
              <a:buFont typeface="init_signs normal" panose="00000500000000000000" pitchFamily="2" charset="0"/>
              <a:buChar char="A"/>
            </a:pPr>
            <a:endParaRPr lang="de-DE" sz="1600" dirty="0"/>
          </a:p>
        </p:txBody>
      </p:sp>
      <p:sp>
        <p:nvSpPr>
          <p:cNvPr id="41" name="Rechteck 40"/>
          <p:cNvSpPr/>
          <p:nvPr/>
        </p:nvSpPr>
        <p:spPr>
          <a:xfrm>
            <a:off x="3562259" y="3661715"/>
            <a:ext cx="3267198" cy="711821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800" dirty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de-DE" sz="1200" b="1" dirty="0" err="1">
                <a:solidFill>
                  <a:schemeClr val="tx1"/>
                </a:solidFill>
                <a:latin typeface="Arial" panose="020B0604020202020204" pitchFamily="34" charset="0"/>
              </a:rPr>
              <a:t>XBildung</a:t>
            </a:r>
            <a:endParaRPr lang="de-DE" sz="800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2" name="Rechteck 51"/>
          <p:cNvSpPr/>
          <p:nvPr/>
        </p:nvSpPr>
        <p:spPr>
          <a:xfrm>
            <a:off x="4350267" y="3684684"/>
            <a:ext cx="490973" cy="675014"/>
          </a:xfrm>
          <a:prstGeom prst="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600" dirty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de-DE" sz="1200" b="1" dirty="0">
                <a:solidFill>
                  <a:srgbClr val="FF0000"/>
                </a:solidFill>
                <a:latin typeface="Arial" panose="020B0604020202020204" pitchFamily="34" charset="0"/>
              </a:rPr>
              <a:t>XHochschule</a:t>
            </a:r>
          </a:p>
        </p:txBody>
      </p:sp>
      <p:sp>
        <p:nvSpPr>
          <p:cNvPr id="53" name="Rechteck 52"/>
          <p:cNvSpPr/>
          <p:nvPr/>
        </p:nvSpPr>
        <p:spPr>
          <a:xfrm>
            <a:off x="2822298" y="3716328"/>
            <a:ext cx="585988" cy="6208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500" dirty="0">
                <a:solidFill>
                  <a:schemeClr val="tx1"/>
                </a:solidFill>
                <a:latin typeface="Arial" panose="020B0604020202020204" pitchFamily="34" charset="0"/>
              </a:rPr>
              <a:t>Europass Digital Credential Infrastructure (EDCI)</a:t>
            </a:r>
          </a:p>
        </p:txBody>
      </p:sp>
      <p:sp>
        <p:nvSpPr>
          <p:cNvPr id="54" name="Rechteck 53"/>
          <p:cNvSpPr/>
          <p:nvPr/>
        </p:nvSpPr>
        <p:spPr>
          <a:xfrm>
            <a:off x="7558486" y="3664986"/>
            <a:ext cx="1450131" cy="3249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de-DE" sz="800" b="1" dirty="0">
                <a:solidFill>
                  <a:schemeClr val="tx1"/>
                </a:solidFill>
                <a:latin typeface="Arial" panose="020B0604020202020204" pitchFamily="34" charset="0"/>
              </a:rPr>
              <a:t>XInneres</a:t>
            </a:r>
          </a:p>
        </p:txBody>
      </p:sp>
      <p:sp>
        <p:nvSpPr>
          <p:cNvPr id="55" name="Rechteck 54"/>
          <p:cNvSpPr/>
          <p:nvPr/>
        </p:nvSpPr>
        <p:spPr>
          <a:xfrm>
            <a:off x="8304009" y="3686293"/>
            <a:ext cx="226114" cy="278615"/>
          </a:xfrm>
          <a:prstGeom prst="rect">
            <a:avLst/>
          </a:prstGeom>
          <a:ln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600" dirty="0">
                <a:solidFill>
                  <a:schemeClr val="tx1"/>
                </a:solidFill>
                <a:latin typeface="Arial" panose="020B0604020202020204" pitchFamily="34" charset="0"/>
              </a:rPr>
              <a:t>XMeld</a:t>
            </a:r>
          </a:p>
        </p:txBody>
      </p:sp>
      <p:sp>
        <p:nvSpPr>
          <p:cNvPr id="56" name="Rechteck 55"/>
          <p:cNvSpPr/>
          <p:nvPr/>
        </p:nvSpPr>
        <p:spPr>
          <a:xfrm>
            <a:off x="8559800" y="3689961"/>
            <a:ext cx="399528" cy="271277"/>
          </a:xfrm>
          <a:prstGeom prst="rect">
            <a:avLst/>
          </a:prstGeom>
          <a:ln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600" dirty="0">
                <a:solidFill>
                  <a:schemeClr val="tx1"/>
                </a:solidFill>
                <a:latin typeface="Arial" panose="020B0604020202020204" pitchFamily="34" charset="0"/>
              </a:rPr>
              <a:t>XPersonenstand</a:t>
            </a:r>
          </a:p>
        </p:txBody>
      </p:sp>
      <p:sp>
        <p:nvSpPr>
          <p:cNvPr id="57" name="Rechteck 56"/>
          <p:cNvSpPr/>
          <p:nvPr/>
        </p:nvSpPr>
        <p:spPr>
          <a:xfrm>
            <a:off x="7018459" y="4056100"/>
            <a:ext cx="1990158" cy="3359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de-DE" sz="800" b="1" dirty="0">
                <a:solidFill>
                  <a:schemeClr val="tx1"/>
                </a:solidFill>
                <a:latin typeface="Arial" panose="020B0604020202020204" pitchFamily="34" charset="0"/>
              </a:rPr>
              <a:t>OZG</a:t>
            </a:r>
          </a:p>
        </p:txBody>
      </p:sp>
      <p:sp>
        <p:nvSpPr>
          <p:cNvPr id="58" name="Rechteck 57"/>
          <p:cNvSpPr/>
          <p:nvPr/>
        </p:nvSpPr>
        <p:spPr>
          <a:xfrm>
            <a:off x="8048218" y="3686293"/>
            <a:ext cx="226114" cy="278616"/>
          </a:xfrm>
          <a:prstGeom prst="rect">
            <a:avLst/>
          </a:prstGeom>
          <a:ln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600" dirty="0">
                <a:solidFill>
                  <a:schemeClr val="tx1"/>
                </a:solidFill>
                <a:latin typeface="Arial" panose="020B0604020202020204" pitchFamily="34" charset="0"/>
              </a:rPr>
              <a:t>XAusl.</a:t>
            </a:r>
          </a:p>
        </p:txBody>
      </p:sp>
      <p:sp>
        <p:nvSpPr>
          <p:cNvPr id="59" name="Rechteck 58"/>
          <p:cNvSpPr/>
          <p:nvPr/>
        </p:nvSpPr>
        <p:spPr>
          <a:xfrm>
            <a:off x="8521630" y="4085810"/>
            <a:ext cx="448924" cy="2738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500" dirty="0">
                <a:solidFill>
                  <a:schemeClr val="tx1"/>
                </a:solidFill>
                <a:latin typeface="Arial" panose="020B0604020202020204" pitchFamily="34" charset="0"/>
              </a:rPr>
              <a:t>Datencockpit</a:t>
            </a:r>
            <a:endParaRPr lang="de-DE" sz="1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0" name="Rechteck 59"/>
          <p:cNvSpPr/>
          <p:nvPr/>
        </p:nvSpPr>
        <p:spPr>
          <a:xfrm>
            <a:off x="7910583" y="4085810"/>
            <a:ext cx="572985" cy="2738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700" dirty="0">
                <a:solidFill>
                  <a:schemeClr val="tx1"/>
                </a:solidFill>
                <a:latin typeface="Arial" panose="020B0604020202020204" pitchFamily="34" charset="0"/>
              </a:rPr>
              <a:t>OZG-Nutzerkonten</a:t>
            </a:r>
          </a:p>
        </p:txBody>
      </p:sp>
      <p:sp>
        <p:nvSpPr>
          <p:cNvPr id="61" name="Rechteck 60"/>
          <p:cNvSpPr/>
          <p:nvPr/>
        </p:nvSpPr>
        <p:spPr>
          <a:xfrm>
            <a:off x="7449012" y="4087312"/>
            <a:ext cx="435281" cy="27347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700" dirty="0">
                <a:solidFill>
                  <a:schemeClr val="tx1"/>
                </a:solidFill>
                <a:latin typeface="Arial" panose="020B0604020202020204" pitchFamily="34" charset="0"/>
              </a:rPr>
              <a:t>ePayment</a:t>
            </a:r>
          </a:p>
        </p:txBody>
      </p:sp>
      <p:sp>
        <p:nvSpPr>
          <p:cNvPr id="62" name="Rechteck 61"/>
          <p:cNvSpPr/>
          <p:nvPr/>
        </p:nvSpPr>
        <p:spPr>
          <a:xfrm>
            <a:off x="5212520" y="3684274"/>
            <a:ext cx="318293" cy="670061"/>
          </a:xfrm>
          <a:prstGeom prst="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600" i="1" dirty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de-DE" sz="600" i="1" dirty="0" err="1">
                <a:solidFill>
                  <a:srgbClr val="0070C0"/>
                </a:solidFill>
                <a:latin typeface="Arial" panose="020B0604020202020204" pitchFamily="34" charset="0"/>
              </a:rPr>
              <a:t>XSchule</a:t>
            </a:r>
            <a:endParaRPr lang="de-DE" sz="600" i="1" dirty="0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cxnSp>
        <p:nvCxnSpPr>
          <p:cNvPr id="63" name="Gerade Verbindung mit Pfeil 62"/>
          <p:cNvCxnSpPr>
            <a:stCxn id="41" idx="3"/>
          </p:cNvCxnSpPr>
          <p:nvPr/>
        </p:nvCxnSpPr>
        <p:spPr>
          <a:xfrm flipV="1">
            <a:off x="6829457" y="3804294"/>
            <a:ext cx="203113" cy="2133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" name="Rechteck 63"/>
          <p:cNvSpPr/>
          <p:nvPr/>
        </p:nvSpPr>
        <p:spPr>
          <a:xfrm>
            <a:off x="4868024" y="3683142"/>
            <a:ext cx="318293" cy="670061"/>
          </a:xfrm>
          <a:prstGeom prst="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600" i="1" dirty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de-DE" sz="600" i="1" dirty="0" err="1">
                <a:solidFill>
                  <a:srgbClr val="0070C0"/>
                </a:solidFill>
                <a:latin typeface="Arial" panose="020B0604020202020204" pitchFamily="34" charset="0"/>
              </a:rPr>
              <a:t>XBAföG</a:t>
            </a:r>
            <a:endParaRPr lang="de-DE" sz="600" i="1" dirty="0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sp>
        <p:nvSpPr>
          <p:cNvPr id="65" name="Rechteck 64"/>
          <p:cNvSpPr/>
          <p:nvPr/>
        </p:nvSpPr>
        <p:spPr>
          <a:xfrm>
            <a:off x="5565670" y="3681184"/>
            <a:ext cx="576736" cy="669085"/>
          </a:xfrm>
          <a:prstGeom prst="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600" i="1" dirty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de-DE" sz="600" i="1" dirty="0" err="1">
                <a:solidFill>
                  <a:srgbClr val="0070C0"/>
                </a:solidFill>
                <a:latin typeface="Arial" panose="020B0604020202020204" pitchFamily="34" charset="0"/>
              </a:rPr>
              <a:t>XWeiterbildung</a:t>
            </a:r>
            <a:endParaRPr lang="de-DE" sz="600" i="1" dirty="0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sp>
        <p:nvSpPr>
          <p:cNvPr id="66" name="Rechteck 65"/>
          <p:cNvSpPr/>
          <p:nvPr/>
        </p:nvSpPr>
        <p:spPr>
          <a:xfrm>
            <a:off x="6116207" y="3681184"/>
            <a:ext cx="666733" cy="669085"/>
          </a:xfrm>
          <a:prstGeom prst="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600" i="1" dirty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de-DE" sz="600" i="1" dirty="0" err="1">
                <a:solidFill>
                  <a:srgbClr val="0070C0"/>
                </a:solidFill>
                <a:latin typeface="Arial" panose="020B0604020202020204" pitchFamily="34" charset="0"/>
              </a:rPr>
              <a:t>XBerufsausbildung</a:t>
            </a:r>
            <a:endParaRPr lang="de-DE" sz="600" i="1" dirty="0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sp>
        <p:nvSpPr>
          <p:cNvPr id="67" name="Rechteck 66"/>
          <p:cNvSpPr/>
          <p:nvPr/>
        </p:nvSpPr>
        <p:spPr>
          <a:xfrm>
            <a:off x="7032570" y="3702350"/>
            <a:ext cx="361678" cy="21493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de-DE" sz="800" b="1" dirty="0">
                <a:solidFill>
                  <a:schemeClr val="tx1"/>
                </a:solidFill>
                <a:latin typeface="Arial" panose="020B0604020202020204" pitchFamily="34" charset="0"/>
              </a:rPr>
              <a:t>XOEV</a:t>
            </a:r>
          </a:p>
        </p:txBody>
      </p:sp>
      <p:cxnSp>
        <p:nvCxnSpPr>
          <p:cNvPr id="68" name="Gerade Verbindung mit Pfeil 67"/>
          <p:cNvCxnSpPr>
            <a:stCxn id="41" idx="3"/>
            <a:endCxn id="54" idx="1"/>
          </p:cNvCxnSpPr>
          <p:nvPr/>
        </p:nvCxnSpPr>
        <p:spPr>
          <a:xfrm flipV="1">
            <a:off x="6829457" y="3827462"/>
            <a:ext cx="729029" cy="1901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Gerade Verbindung mit Pfeil 68"/>
          <p:cNvCxnSpPr>
            <a:stCxn id="41" idx="3"/>
            <a:endCxn id="61" idx="1"/>
          </p:cNvCxnSpPr>
          <p:nvPr/>
        </p:nvCxnSpPr>
        <p:spPr>
          <a:xfrm>
            <a:off x="6829457" y="4017626"/>
            <a:ext cx="619555" cy="2064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2" name="Grafik 41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589" y="4070151"/>
            <a:ext cx="349724" cy="303623"/>
          </a:xfrm>
          <a:prstGeom prst="rect">
            <a:avLst/>
          </a:prstGeom>
          <a:blipFill dpi="0" rotWithShape="1">
            <a:blip r:embed="rId3">
              <a:alphaModFix amt="88000"/>
            </a:blip>
            <a:srcRect/>
            <a:tile tx="0" ty="0" sx="100000" sy="100000" flip="none" algn="tl"/>
          </a:blipFill>
        </p:spPr>
      </p:pic>
      <p:pic>
        <p:nvPicPr>
          <p:cNvPr id="43" name="Grafik 42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589" y="3671815"/>
            <a:ext cx="351135" cy="307567"/>
          </a:xfrm>
          <a:prstGeom prst="rect">
            <a:avLst/>
          </a:prstGeom>
          <a:blipFill dpi="0" rotWithShape="1">
            <a:blip r:embed="rId3">
              <a:alphaModFix amt="88000"/>
            </a:blip>
            <a:srcRect/>
            <a:tile tx="0" ty="0" sx="100000" sy="100000" flip="none" algn="tl"/>
          </a:blipFill>
        </p:spPr>
      </p:pic>
      <p:pic>
        <p:nvPicPr>
          <p:cNvPr id="44" name="Grafik 43"/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589" y="2862616"/>
            <a:ext cx="346659" cy="346121"/>
          </a:xfrm>
          <a:prstGeom prst="rect">
            <a:avLst/>
          </a:prstGeom>
          <a:blipFill dpi="0" rotWithShape="1">
            <a:blip r:embed="rId3">
              <a:alphaModFix amt="88000"/>
            </a:blip>
            <a:srcRect/>
            <a:tile tx="0" ty="0" sx="100000" sy="100000" flip="none" algn="tl"/>
          </a:blipFill>
        </p:spPr>
      </p:pic>
      <p:pic>
        <p:nvPicPr>
          <p:cNvPr id="45" name="Grafik 44"/>
          <p:cNvPicPr>
            <a:picLocks noChangeAspect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589" y="3288232"/>
            <a:ext cx="346659" cy="305624"/>
          </a:xfrm>
          <a:prstGeom prst="rect">
            <a:avLst/>
          </a:prstGeom>
          <a:blipFill dpi="0" rotWithShape="1">
            <a:blip r:embed="rId3">
              <a:alphaModFix amt="88000"/>
            </a:blip>
            <a:srcRect/>
            <a:tile tx="0" ty="0" sx="100000" sy="100000" flip="none" algn="tl"/>
          </a:blipFill>
        </p:spPr>
      </p:pic>
    </p:spTree>
    <p:extLst>
      <p:ext uri="{BB962C8B-B14F-4D97-AF65-F5344CB8AC3E}">
        <p14:creationId xmlns:p14="http://schemas.microsoft.com/office/powerpoint/2010/main" val="1119130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hteck 35"/>
          <p:cNvSpPr/>
          <p:nvPr/>
        </p:nvSpPr>
        <p:spPr>
          <a:xfrm>
            <a:off x="68944" y="3273175"/>
            <a:ext cx="8958942" cy="33573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/>
          </a:p>
        </p:txBody>
      </p:sp>
      <p:sp>
        <p:nvSpPr>
          <p:cNvPr id="40" name="Rechteck 39"/>
          <p:cNvSpPr/>
          <p:nvPr/>
        </p:nvSpPr>
        <p:spPr>
          <a:xfrm>
            <a:off x="68944" y="4042287"/>
            <a:ext cx="8958942" cy="35935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/>
          </a:p>
        </p:txBody>
      </p:sp>
      <p:sp>
        <p:nvSpPr>
          <p:cNvPr id="38" name="Rechteck 37"/>
          <p:cNvSpPr/>
          <p:nvPr/>
        </p:nvSpPr>
        <p:spPr>
          <a:xfrm>
            <a:off x="68944" y="3641611"/>
            <a:ext cx="8958942" cy="36798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/>
          </a:p>
        </p:txBody>
      </p:sp>
      <p:sp>
        <p:nvSpPr>
          <p:cNvPr id="28" name="Rechteck 27"/>
          <p:cNvSpPr/>
          <p:nvPr/>
        </p:nvSpPr>
        <p:spPr>
          <a:xfrm>
            <a:off x="68944" y="2836254"/>
            <a:ext cx="8958942" cy="4034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00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6"/>
          </p:nvPr>
        </p:nvSpPr>
        <p:spPr>
          <a:xfrm>
            <a:off x="326187" y="4923408"/>
            <a:ext cx="3077766" cy="146643"/>
          </a:xfrm>
        </p:spPr>
        <p:txBody>
          <a:bodyPr/>
          <a:lstStyle/>
          <a:p>
            <a:r>
              <a:rPr lang="de-DE" sz="600" dirty="0"/>
              <a:t>20.04.2020 – Informationsveranstaltung XHochschule und XBIldung</a:t>
            </a:r>
          </a:p>
        </p:txBody>
      </p:sp>
      <p:sp>
        <p:nvSpPr>
          <p:cNvPr id="2" name="Textfeld 1"/>
          <p:cNvSpPr txBox="1"/>
          <p:nvPr/>
        </p:nvSpPr>
        <p:spPr>
          <a:xfrm>
            <a:off x="455646" y="2931604"/>
            <a:ext cx="172964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kern="1000" dirty="0"/>
              <a:t>Rechtliche Interoperabilität</a:t>
            </a:r>
          </a:p>
        </p:txBody>
      </p:sp>
      <p:sp>
        <p:nvSpPr>
          <p:cNvPr id="30" name="Textfeld 29"/>
          <p:cNvSpPr txBox="1"/>
          <p:nvPr/>
        </p:nvSpPr>
        <p:spPr>
          <a:xfrm>
            <a:off x="455646" y="3309457"/>
            <a:ext cx="207813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kern="1000" dirty="0"/>
              <a:t>Organisatorische Interoperabilität</a:t>
            </a:r>
          </a:p>
        </p:txBody>
      </p:sp>
      <p:sp>
        <p:nvSpPr>
          <p:cNvPr id="31" name="Textfeld 30"/>
          <p:cNvSpPr txBox="1"/>
          <p:nvPr/>
        </p:nvSpPr>
        <p:spPr>
          <a:xfrm>
            <a:off x="469508" y="3681184"/>
            <a:ext cx="18588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kern="1000" dirty="0"/>
              <a:t>Semantische Interoperabilität</a:t>
            </a:r>
          </a:p>
        </p:txBody>
      </p:sp>
      <p:sp>
        <p:nvSpPr>
          <p:cNvPr id="32" name="Textfeld 31"/>
          <p:cNvSpPr txBox="1"/>
          <p:nvPr/>
        </p:nvSpPr>
        <p:spPr>
          <a:xfrm>
            <a:off x="462577" y="4104048"/>
            <a:ext cx="175849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00" kern="1000" dirty="0"/>
              <a:t>Technische Interoperabilität</a:t>
            </a:r>
          </a:p>
        </p:txBody>
      </p:sp>
      <p:sp>
        <p:nvSpPr>
          <p:cNvPr id="13" name="Rechteck 12"/>
          <p:cNvSpPr/>
          <p:nvPr/>
        </p:nvSpPr>
        <p:spPr>
          <a:xfrm>
            <a:off x="2874988" y="2893536"/>
            <a:ext cx="691870" cy="28428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>
                <a:solidFill>
                  <a:schemeClr val="tx1"/>
                </a:solidFill>
              </a:rPr>
              <a:t>OZG</a:t>
            </a:r>
          </a:p>
        </p:txBody>
      </p:sp>
      <p:sp>
        <p:nvSpPr>
          <p:cNvPr id="14" name="Rechteck 13"/>
          <p:cNvSpPr/>
          <p:nvPr/>
        </p:nvSpPr>
        <p:spPr>
          <a:xfrm>
            <a:off x="4428524" y="2893534"/>
            <a:ext cx="1036097" cy="28428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>
                <a:solidFill>
                  <a:schemeClr val="tx1"/>
                </a:solidFill>
              </a:rPr>
              <a:t>DSGVO</a:t>
            </a:r>
          </a:p>
        </p:txBody>
      </p:sp>
      <p:sp>
        <p:nvSpPr>
          <p:cNvPr id="15" name="Rechteck 14"/>
          <p:cNvSpPr/>
          <p:nvPr/>
        </p:nvSpPr>
        <p:spPr>
          <a:xfrm>
            <a:off x="6396133" y="2893533"/>
            <a:ext cx="1036097" cy="28428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>
                <a:solidFill>
                  <a:schemeClr val="tx1"/>
                </a:solidFill>
              </a:rPr>
              <a:t>weitere</a:t>
            </a:r>
          </a:p>
        </p:txBody>
      </p:sp>
      <p:sp>
        <p:nvSpPr>
          <p:cNvPr id="34" name="Rechteck 33"/>
          <p:cNvSpPr/>
          <p:nvPr/>
        </p:nvSpPr>
        <p:spPr>
          <a:xfrm>
            <a:off x="2860894" y="3296934"/>
            <a:ext cx="1103699" cy="2922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2"/>
                </a:solidFill>
                <a:latin typeface="Arial" panose="020B0604020202020204" pitchFamily="34" charset="0"/>
              </a:rPr>
              <a:t>Bologna-Prozess</a:t>
            </a:r>
          </a:p>
        </p:txBody>
      </p:sp>
      <p:sp>
        <p:nvSpPr>
          <p:cNvPr id="35" name="Rechteck 34"/>
          <p:cNvSpPr/>
          <p:nvPr/>
        </p:nvSpPr>
        <p:spPr>
          <a:xfrm>
            <a:off x="6700654" y="3279987"/>
            <a:ext cx="1515900" cy="29225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800" dirty="0">
                <a:solidFill>
                  <a:schemeClr val="tx2"/>
                </a:solidFill>
                <a:latin typeface="Arial" panose="020B0604020202020204" pitchFamily="34" charset="0"/>
              </a:rPr>
              <a:t>Deklaration von Groningen</a:t>
            </a:r>
          </a:p>
        </p:txBody>
      </p:sp>
      <p:sp>
        <p:nvSpPr>
          <p:cNvPr id="37" name="Rechteck 36"/>
          <p:cNvSpPr/>
          <p:nvPr/>
        </p:nvSpPr>
        <p:spPr>
          <a:xfrm>
            <a:off x="3651756" y="2893534"/>
            <a:ext cx="691870" cy="28428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>
                <a:solidFill>
                  <a:schemeClr val="tx1"/>
                </a:solidFill>
              </a:rPr>
              <a:t>SDG</a:t>
            </a:r>
          </a:p>
        </p:txBody>
      </p:sp>
      <p:sp>
        <p:nvSpPr>
          <p:cNvPr id="39" name="Rechteck 38"/>
          <p:cNvSpPr/>
          <p:nvPr/>
        </p:nvSpPr>
        <p:spPr>
          <a:xfrm>
            <a:off x="5584442" y="2893534"/>
            <a:ext cx="691870" cy="28428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>
                <a:solidFill>
                  <a:schemeClr val="tx1"/>
                </a:solidFill>
              </a:rPr>
              <a:t>eIDAS</a:t>
            </a:r>
          </a:p>
        </p:txBody>
      </p:sp>
      <p:sp>
        <p:nvSpPr>
          <p:cNvPr id="47" name="Textfeld 46"/>
          <p:cNvSpPr txBox="1"/>
          <p:nvPr/>
        </p:nvSpPr>
        <p:spPr>
          <a:xfrm>
            <a:off x="2708020" y="1415943"/>
            <a:ext cx="1409445" cy="914400"/>
          </a:xfrm>
          <a:prstGeom prst="rect">
            <a:avLst/>
          </a:prstGeom>
        </p:spPr>
        <p:txBody>
          <a:bodyPr vert="horz" wrap="none" lIns="0" tIns="0" rIns="0" bIns="0" rtlCol="0">
            <a:noAutofit/>
          </a:bodyPr>
          <a:lstStyle/>
          <a:p>
            <a:pPr marL="216000" indent="-180000">
              <a:lnSpc>
                <a:spcPct val="110000"/>
              </a:lnSpc>
              <a:spcBef>
                <a:spcPts val="1000"/>
              </a:spcBef>
              <a:buClr>
                <a:schemeClr val="tx2"/>
              </a:buClr>
              <a:buFont typeface="init_signs normal" panose="00000500000000000000" pitchFamily="2" charset="0"/>
              <a:buChar char="A"/>
            </a:pPr>
            <a:endParaRPr lang="de-DE" sz="1600" dirty="0"/>
          </a:p>
        </p:txBody>
      </p:sp>
      <p:sp>
        <p:nvSpPr>
          <p:cNvPr id="41" name="Rechteck 40"/>
          <p:cNvSpPr/>
          <p:nvPr/>
        </p:nvSpPr>
        <p:spPr>
          <a:xfrm>
            <a:off x="3566857" y="3661716"/>
            <a:ext cx="3262599" cy="71205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800" dirty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de-DE" sz="1200" b="1" dirty="0" err="1">
                <a:solidFill>
                  <a:schemeClr val="tx1"/>
                </a:solidFill>
                <a:latin typeface="Arial" panose="020B0604020202020204" pitchFamily="34" charset="0"/>
              </a:rPr>
              <a:t>XBildung</a:t>
            </a:r>
            <a:endParaRPr lang="de-DE" sz="800" b="1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2" name="Rechteck 51"/>
          <p:cNvSpPr/>
          <p:nvPr/>
        </p:nvSpPr>
        <p:spPr>
          <a:xfrm>
            <a:off x="4350958" y="3684684"/>
            <a:ext cx="490282" cy="675240"/>
          </a:xfrm>
          <a:prstGeom prst="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600" dirty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de-DE" sz="1200" b="1" dirty="0">
                <a:solidFill>
                  <a:srgbClr val="FF0000"/>
                </a:solidFill>
                <a:latin typeface="Arial" panose="020B0604020202020204" pitchFamily="34" charset="0"/>
              </a:rPr>
              <a:t>XHochschule</a:t>
            </a:r>
          </a:p>
        </p:txBody>
      </p:sp>
      <p:sp>
        <p:nvSpPr>
          <p:cNvPr id="53" name="Rechteck 52"/>
          <p:cNvSpPr/>
          <p:nvPr/>
        </p:nvSpPr>
        <p:spPr>
          <a:xfrm>
            <a:off x="2822298" y="3716328"/>
            <a:ext cx="585988" cy="6208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e-DE" sz="500" dirty="0">
                <a:solidFill>
                  <a:schemeClr val="tx1"/>
                </a:solidFill>
                <a:latin typeface="Arial" panose="020B0604020202020204" pitchFamily="34" charset="0"/>
              </a:rPr>
              <a:t>Europass Digital Credential Infrastructure (EDCI)</a:t>
            </a:r>
          </a:p>
        </p:txBody>
      </p:sp>
      <p:sp>
        <p:nvSpPr>
          <p:cNvPr id="54" name="Rechteck 53"/>
          <p:cNvSpPr/>
          <p:nvPr/>
        </p:nvSpPr>
        <p:spPr>
          <a:xfrm>
            <a:off x="7558486" y="3664986"/>
            <a:ext cx="1450131" cy="32495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de-DE" sz="800" b="1" dirty="0">
                <a:solidFill>
                  <a:schemeClr val="tx1"/>
                </a:solidFill>
                <a:latin typeface="Arial" panose="020B0604020202020204" pitchFamily="34" charset="0"/>
              </a:rPr>
              <a:t>XInneres</a:t>
            </a:r>
          </a:p>
        </p:txBody>
      </p:sp>
      <p:sp>
        <p:nvSpPr>
          <p:cNvPr id="55" name="Rechteck 54"/>
          <p:cNvSpPr/>
          <p:nvPr/>
        </p:nvSpPr>
        <p:spPr>
          <a:xfrm>
            <a:off x="8304009" y="3686293"/>
            <a:ext cx="226114" cy="278615"/>
          </a:xfrm>
          <a:prstGeom prst="rect">
            <a:avLst/>
          </a:prstGeom>
          <a:ln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600" dirty="0">
                <a:solidFill>
                  <a:schemeClr val="tx1"/>
                </a:solidFill>
                <a:latin typeface="Arial" panose="020B0604020202020204" pitchFamily="34" charset="0"/>
              </a:rPr>
              <a:t>XMeld</a:t>
            </a:r>
          </a:p>
        </p:txBody>
      </p:sp>
      <p:sp>
        <p:nvSpPr>
          <p:cNvPr id="56" name="Rechteck 55"/>
          <p:cNvSpPr/>
          <p:nvPr/>
        </p:nvSpPr>
        <p:spPr>
          <a:xfrm>
            <a:off x="8559800" y="3689961"/>
            <a:ext cx="399528" cy="271277"/>
          </a:xfrm>
          <a:prstGeom prst="rect">
            <a:avLst/>
          </a:prstGeom>
          <a:ln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600" dirty="0">
                <a:solidFill>
                  <a:schemeClr val="tx1"/>
                </a:solidFill>
                <a:latin typeface="Arial" panose="020B0604020202020204" pitchFamily="34" charset="0"/>
              </a:rPr>
              <a:t>XPersonenstand</a:t>
            </a:r>
          </a:p>
        </p:txBody>
      </p:sp>
      <p:sp>
        <p:nvSpPr>
          <p:cNvPr id="57" name="Rechteck 56"/>
          <p:cNvSpPr/>
          <p:nvPr/>
        </p:nvSpPr>
        <p:spPr>
          <a:xfrm>
            <a:off x="7018459" y="4056100"/>
            <a:ext cx="1990158" cy="3359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de-DE" sz="800" b="1" dirty="0">
                <a:solidFill>
                  <a:schemeClr val="tx1"/>
                </a:solidFill>
                <a:latin typeface="Arial" panose="020B0604020202020204" pitchFamily="34" charset="0"/>
              </a:rPr>
              <a:t>OZG</a:t>
            </a:r>
          </a:p>
        </p:txBody>
      </p:sp>
      <p:sp>
        <p:nvSpPr>
          <p:cNvPr id="58" name="Rechteck 57"/>
          <p:cNvSpPr/>
          <p:nvPr/>
        </p:nvSpPr>
        <p:spPr>
          <a:xfrm>
            <a:off x="8048218" y="3686293"/>
            <a:ext cx="226114" cy="278616"/>
          </a:xfrm>
          <a:prstGeom prst="rect">
            <a:avLst/>
          </a:prstGeom>
          <a:ln>
            <a:prstDash val="sys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600" dirty="0">
                <a:solidFill>
                  <a:schemeClr val="tx1"/>
                </a:solidFill>
                <a:latin typeface="Arial" panose="020B0604020202020204" pitchFamily="34" charset="0"/>
              </a:rPr>
              <a:t>XAusl.</a:t>
            </a:r>
          </a:p>
        </p:txBody>
      </p:sp>
      <p:sp>
        <p:nvSpPr>
          <p:cNvPr id="59" name="Rechteck 58"/>
          <p:cNvSpPr/>
          <p:nvPr/>
        </p:nvSpPr>
        <p:spPr>
          <a:xfrm>
            <a:off x="8521630" y="4085810"/>
            <a:ext cx="448924" cy="2738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500" dirty="0">
                <a:solidFill>
                  <a:schemeClr val="tx1"/>
                </a:solidFill>
                <a:latin typeface="Arial" panose="020B0604020202020204" pitchFamily="34" charset="0"/>
              </a:rPr>
              <a:t>Datencockpit</a:t>
            </a:r>
            <a:endParaRPr lang="de-DE" sz="1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0" name="Rechteck 59"/>
          <p:cNvSpPr/>
          <p:nvPr/>
        </p:nvSpPr>
        <p:spPr>
          <a:xfrm>
            <a:off x="7910583" y="4085810"/>
            <a:ext cx="572985" cy="2738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700" dirty="0">
                <a:solidFill>
                  <a:schemeClr val="tx1"/>
                </a:solidFill>
                <a:latin typeface="Arial" panose="020B0604020202020204" pitchFamily="34" charset="0"/>
              </a:rPr>
              <a:t>OZG-Nutzerkonten</a:t>
            </a:r>
          </a:p>
        </p:txBody>
      </p:sp>
      <p:sp>
        <p:nvSpPr>
          <p:cNvPr id="61" name="Rechteck 60"/>
          <p:cNvSpPr/>
          <p:nvPr/>
        </p:nvSpPr>
        <p:spPr>
          <a:xfrm>
            <a:off x="7449012" y="4087312"/>
            <a:ext cx="435281" cy="27347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de-DE" sz="700" dirty="0">
                <a:solidFill>
                  <a:schemeClr val="tx1"/>
                </a:solidFill>
                <a:latin typeface="Arial" panose="020B0604020202020204" pitchFamily="34" charset="0"/>
              </a:rPr>
              <a:t>ePayment</a:t>
            </a:r>
          </a:p>
        </p:txBody>
      </p:sp>
      <p:sp>
        <p:nvSpPr>
          <p:cNvPr id="62" name="Rechteck 61"/>
          <p:cNvSpPr/>
          <p:nvPr/>
        </p:nvSpPr>
        <p:spPr>
          <a:xfrm>
            <a:off x="5212968" y="3684274"/>
            <a:ext cx="317845" cy="670284"/>
          </a:xfrm>
          <a:prstGeom prst="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600" i="1" dirty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de-DE" sz="600" i="1" dirty="0" err="1">
                <a:solidFill>
                  <a:srgbClr val="0070C0"/>
                </a:solidFill>
                <a:latin typeface="Arial" panose="020B0604020202020204" pitchFamily="34" charset="0"/>
              </a:rPr>
              <a:t>XSchule</a:t>
            </a:r>
            <a:endParaRPr lang="de-DE" sz="600" i="1" dirty="0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cxnSp>
        <p:nvCxnSpPr>
          <p:cNvPr id="63" name="Gerade Verbindung mit Pfeil 62"/>
          <p:cNvCxnSpPr>
            <a:stCxn id="41" idx="3"/>
          </p:cNvCxnSpPr>
          <p:nvPr/>
        </p:nvCxnSpPr>
        <p:spPr>
          <a:xfrm flipV="1">
            <a:off x="6829456" y="3804295"/>
            <a:ext cx="203114" cy="2134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4" name="Rechteck 63"/>
          <p:cNvSpPr/>
          <p:nvPr/>
        </p:nvSpPr>
        <p:spPr>
          <a:xfrm>
            <a:off x="4868472" y="3683142"/>
            <a:ext cx="317845" cy="670284"/>
          </a:xfrm>
          <a:prstGeom prst="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600" i="1" dirty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de-DE" sz="600" i="1" dirty="0" err="1">
                <a:solidFill>
                  <a:srgbClr val="0070C0"/>
                </a:solidFill>
                <a:latin typeface="Arial" panose="020B0604020202020204" pitchFamily="34" charset="0"/>
              </a:rPr>
              <a:t>XBAföG</a:t>
            </a:r>
            <a:endParaRPr lang="de-DE" sz="600" i="1" dirty="0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sp>
        <p:nvSpPr>
          <p:cNvPr id="65" name="Rechteck 64"/>
          <p:cNvSpPr/>
          <p:nvPr/>
        </p:nvSpPr>
        <p:spPr>
          <a:xfrm>
            <a:off x="5566482" y="3681184"/>
            <a:ext cx="575924" cy="669308"/>
          </a:xfrm>
          <a:prstGeom prst="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600" i="1" dirty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de-DE" sz="600" i="1" dirty="0" err="1">
                <a:solidFill>
                  <a:srgbClr val="0070C0"/>
                </a:solidFill>
                <a:latin typeface="Arial" panose="020B0604020202020204" pitchFamily="34" charset="0"/>
              </a:rPr>
              <a:t>XWeiterbildung</a:t>
            </a:r>
            <a:endParaRPr lang="de-DE" sz="600" i="1" dirty="0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sp>
        <p:nvSpPr>
          <p:cNvPr id="66" name="Rechteck 65"/>
          <p:cNvSpPr/>
          <p:nvPr/>
        </p:nvSpPr>
        <p:spPr>
          <a:xfrm>
            <a:off x="6117146" y="3681184"/>
            <a:ext cx="665794" cy="669308"/>
          </a:xfrm>
          <a:prstGeom prst="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600" i="1" dirty="0">
                <a:solidFill>
                  <a:srgbClr val="0070C0"/>
                </a:solidFill>
                <a:latin typeface="Arial" panose="020B0604020202020204" pitchFamily="34" charset="0"/>
              </a:rPr>
              <a:t> </a:t>
            </a:r>
            <a:r>
              <a:rPr lang="de-DE" sz="600" i="1" dirty="0" err="1">
                <a:solidFill>
                  <a:srgbClr val="0070C0"/>
                </a:solidFill>
                <a:latin typeface="Arial" panose="020B0604020202020204" pitchFamily="34" charset="0"/>
              </a:rPr>
              <a:t>XBerufsausbildung</a:t>
            </a:r>
            <a:endParaRPr lang="de-DE" sz="600" i="1" dirty="0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sp>
        <p:nvSpPr>
          <p:cNvPr id="67" name="Rechteck 66"/>
          <p:cNvSpPr/>
          <p:nvPr/>
        </p:nvSpPr>
        <p:spPr>
          <a:xfrm>
            <a:off x="7032570" y="3702350"/>
            <a:ext cx="361678" cy="21493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r>
              <a:rPr lang="de-DE" sz="8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de-DE" sz="800" b="1" dirty="0">
                <a:solidFill>
                  <a:schemeClr val="tx1"/>
                </a:solidFill>
                <a:latin typeface="Arial" panose="020B0604020202020204" pitchFamily="34" charset="0"/>
              </a:rPr>
              <a:t>XOEV</a:t>
            </a:r>
          </a:p>
        </p:txBody>
      </p:sp>
      <p:cxnSp>
        <p:nvCxnSpPr>
          <p:cNvPr id="68" name="Gerade Verbindung mit Pfeil 67"/>
          <p:cNvCxnSpPr>
            <a:stCxn id="41" idx="3"/>
            <a:endCxn id="54" idx="1"/>
          </p:cNvCxnSpPr>
          <p:nvPr/>
        </p:nvCxnSpPr>
        <p:spPr>
          <a:xfrm flipV="1">
            <a:off x="6829456" y="3827462"/>
            <a:ext cx="729030" cy="1902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Gerade Verbindung mit Pfeil 68"/>
          <p:cNvCxnSpPr>
            <a:stCxn id="41" idx="3"/>
            <a:endCxn id="61" idx="1"/>
          </p:cNvCxnSpPr>
          <p:nvPr/>
        </p:nvCxnSpPr>
        <p:spPr>
          <a:xfrm>
            <a:off x="6829456" y="4017745"/>
            <a:ext cx="619556" cy="20630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2" name="Grafik 41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589" y="4070151"/>
            <a:ext cx="349724" cy="303623"/>
          </a:xfrm>
          <a:prstGeom prst="rect">
            <a:avLst/>
          </a:prstGeom>
          <a:blipFill dpi="0" rotWithShape="1">
            <a:blip r:embed="rId3">
              <a:alphaModFix amt="88000"/>
            </a:blip>
            <a:srcRect/>
            <a:tile tx="0" ty="0" sx="100000" sy="100000" flip="none" algn="tl"/>
          </a:blipFill>
        </p:spPr>
      </p:pic>
      <p:pic>
        <p:nvPicPr>
          <p:cNvPr id="43" name="Grafik 42"/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589" y="3671815"/>
            <a:ext cx="351135" cy="307567"/>
          </a:xfrm>
          <a:prstGeom prst="rect">
            <a:avLst/>
          </a:prstGeom>
          <a:blipFill dpi="0" rotWithShape="1">
            <a:blip r:embed="rId3">
              <a:alphaModFix amt="88000"/>
            </a:blip>
            <a:srcRect/>
            <a:tile tx="0" ty="0" sx="100000" sy="100000" flip="none" algn="tl"/>
          </a:blipFill>
        </p:spPr>
      </p:pic>
      <p:pic>
        <p:nvPicPr>
          <p:cNvPr id="44" name="Grafik 43"/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589" y="2862616"/>
            <a:ext cx="346659" cy="346121"/>
          </a:xfrm>
          <a:prstGeom prst="rect">
            <a:avLst/>
          </a:prstGeom>
          <a:blipFill dpi="0" rotWithShape="1">
            <a:blip r:embed="rId3">
              <a:alphaModFix amt="88000"/>
            </a:blip>
            <a:srcRect/>
            <a:tile tx="0" ty="0" sx="100000" sy="100000" flip="none" algn="tl"/>
          </a:blipFill>
        </p:spPr>
      </p:pic>
      <p:pic>
        <p:nvPicPr>
          <p:cNvPr id="45" name="Grafik 44"/>
          <p:cNvPicPr>
            <a:picLocks noChangeAspect="1"/>
          </p:cNvPicPr>
          <p:nvPr/>
        </p:nvPicPr>
        <p:blipFill rotWithShape="1"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1589" y="3288232"/>
            <a:ext cx="346659" cy="305624"/>
          </a:xfrm>
          <a:prstGeom prst="rect">
            <a:avLst/>
          </a:prstGeom>
          <a:blipFill dpi="0" rotWithShape="1">
            <a:blip r:embed="rId3">
              <a:alphaModFix amt="88000"/>
            </a:blip>
            <a:srcRect/>
            <a:tile tx="0" ty="0" sx="100000" sy="100000" flip="none" algn="tl"/>
          </a:blipFill>
        </p:spPr>
      </p:pic>
    </p:spTree>
    <p:extLst>
      <p:ext uri="{BB962C8B-B14F-4D97-AF65-F5344CB8AC3E}">
        <p14:creationId xmlns:p14="http://schemas.microsoft.com/office/powerpoint/2010/main" val="1467236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2000" dirty="0"/>
              <a:t>Weitere Fokussierung des </a:t>
            </a:r>
            <a:r>
              <a:rPr lang="de-DE" sz="2000" dirty="0" err="1"/>
              <a:t>Scope</a:t>
            </a:r>
            <a:r>
              <a:rPr lang="de-DE" sz="2000" dirty="0"/>
              <a:t> auf semantische Ebene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idx="1"/>
          </p:nvPr>
        </p:nvSpPr>
        <p:spPr>
          <a:xfrm>
            <a:off x="468313" y="1635125"/>
            <a:ext cx="8477567" cy="2808288"/>
          </a:xfrm>
        </p:spPr>
        <p:txBody>
          <a:bodyPr/>
          <a:lstStyle/>
          <a:p>
            <a:r>
              <a:rPr lang="de-DE" dirty="0"/>
              <a:t>Anschlussfähigkeit an OZG und Register </a:t>
            </a:r>
            <a:r>
              <a:rPr lang="de-DE" b="1" dirty="0"/>
              <a:t>auf semantischer Ebene</a:t>
            </a:r>
          </a:p>
          <a:p>
            <a:r>
              <a:rPr lang="de-DE" dirty="0"/>
              <a:t>Themen außerhalb der Bearbeitung in </a:t>
            </a:r>
            <a:r>
              <a:rPr lang="de-DE" dirty="0" err="1"/>
              <a:t>XHochschule</a:t>
            </a:r>
            <a:r>
              <a:rPr lang="de-DE" dirty="0"/>
              <a:t> (OZG- und EU-) Vorhaben / Projekten:</a:t>
            </a:r>
          </a:p>
          <a:p>
            <a:r>
              <a:rPr lang="de-DE" sz="1400" dirty="0"/>
              <a:t>Identity Management, Authentifizierung, </a:t>
            </a:r>
            <a:r>
              <a:rPr lang="de-DE" sz="1400" dirty="0" err="1"/>
              <a:t>ePayment</a:t>
            </a:r>
            <a:r>
              <a:rPr lang="de-DE" sz="1400" dirty="0"/>
              <a:t>, Registervernetzung, weitere</a:t>
            </a:r>
          </a:p>
        </p:txBody>
      </p:sp>
      <p:sp>
        <p:nvSpPr>
          <p:cNvPr id="9" name="Textplatzhalter 8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de-DE" b="0"/>
              <a:t>   </a:t>
            </a:r>
            <a:fld id="{9A06CF99-E636-44D5-8E04-7E87B3396B71}" type="slidenum">
              <a:rPr sz="1000" smtClean="0"/>
              <a:pPr/>
              <a:t>6</a:t>
            </a:fld>
            <a:endParaRPr sz="1000" dirty="0"/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86446"/>
            <a:ext cx="9144000" cy="1737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6156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Benutzerdefiniert 1">
      <a:dk1>
        <a:srgbClr val="2E2E2E"/>
      </a:dk1>
      <a:lt1>
        <a:sysClr val="window" lastClr="FFFFFF"/>
      </a:lt1>
      <a:dk2>
        <a:srgbClr val="E65A23"/>
      </a:dk2>
      <a:lt2>
        <a:srgbClr val="EAEBE7"/>
      </a:lt2>
      <a:accent1>
        <a:srgbClr val="506E78"/>
      </a:accent1>
      <a:accent2>
        <a:srgbClr val="AA9678"/>
      </a:accent2>
      <a:accent3>
        <a:srgbClr val="55B478"/>
      </a:accent3>
      <a:accent4>
        <a:srgbClr val="D24150"/>
      </a:accent4>
      <a:accent5>
        <a:srgbClr val="46ABB4"/>
      </a:accent5>
      <a:accent6>
        <a:srgbClr val="DCB45A"/>
      </a:accent6>
      <a:hlink>
        <a:srgbClr val="2E2E2E"/>
      </a:hlink>
      <a:folHlink>
        <a:srgbClr val="2E2E2E"/>
      </a:folHlink>
    </a:clrScheme>
    <a:fontScheme name="Benutzerdefiniert 1">
      <a:majorFont>
        <a:latin typeface="Fago Offc Pro"/>
        <a:ea typeface=""/>
        <a:cs typeface=""/>
      </a:majorFont>
      <a:minorFont>
        <a:latin typeface="Fago Offc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tx1"/>
          </a:solidFill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/>
      <a:bodyPr vert="horz" wrap="square" lIns="0" tIns="0" rIns="0" bIns="0" rtlCol="0">
        <a:noAutofit/>
      </a:bodyPr>
      <a:lstStyle>
        <a:defPPr marL="216000" indent="-180000">
          <a:lnSpc>
            <a:spcPct val="110000"/>
          </a:lnSpc>
          <a:spcBef>
            <a:spcPts val="1000"/>
          </a:spcBef>
          <a:buClr>
            <a:schemeClr val="tx2"/>
          </a:buClr>
          <a:buFont typeface="init_signs normal" panose="00000500000000000000" pitchFamily="2" charset="0"/>
          <a:buChar char="A"/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DE (16-9)" id="{619B93E4-4800-4A05-B9E3-AC3E20DC7058}" vid="{D1A1AAFD-1BB8-480E-AAC4-B50CF1DD3E35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UI/customUI.xml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74571273AC6576429620BD3CD83DD3F0" ma:contentTypeVersion="1" ma:contentTypeDescription="Ein neues Dokument erstellen." ma:contentTypeScope="" ma:versionID="1facb6cd006021f64f3212765f366c5a">
  <xsd:schema xmlns:xsd="http://www.w3.org/2001/XMLSchema" xmlns:xs="http://www.w3.org/2001/XMLSchema" xmlns:p="http://schemas.microsoft.com/office/2006/metadata/properties" xmlns:ns2="1acbe0ac-5997-4563-a22d-931427c47910" targetNamespace="http://schemas.microsoft.com/office/2006/metadata/properties" ma:root="true" ma:fieldsID="9d0eea7b5f8e2eb35b76b61981efa917" ns2:_="">
    <xsd:import namespace="1acbe0ac-5997-4563-a22d-931427c47910"/>
    <xsd:element name="properties">
      <xsd:complexType>
        <xsd:sequence>
          <xsd:element name="documentManagement">
            <xsd:complexType>
              <xsd:all>
                <xsd:element ref="ns2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cbe0ac-5997-4563-a22d-931427c47910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B0557C7-D3AB-4039-A23E-7B38162B20EE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EC0A537-E59C-4AF9-85D4-EC02DB9905E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acbe0ac-5997-4563-a22d-931427c4791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21ACBB0-BCBE-4631-B0F3-48776DB22BB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 (16-9)</Template>
  <TotalTime>0</TotalTime>
  <Words>260</Words>
  <Application>Microsoft Office PowerPoint</Application>
  <PresentationFormat>Bildschirmpräsentation (16:9)</PresentationFormat>
  <Paragraphs>131</Paragraphs>
  <Slides>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1" baseType="lpstr">
      <vt:lpstr>Arial</vt:lpstr>
      <vt:lpstr>Calibri</vt:lpstr>
      <vt:lpstr>Fago Offc Pro</vt:lpstr>
      <vt:lpstr>init_signs normal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Weitere Fokussierung des Scope auf semantische Ebene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2021-03-24_XHochschule15_Hauptfoliensatz_Postmeeting</dc:title>
  <dc:creator/>
  <cp:keywords/>
  <dc:description/>
  <cp:lastModifiedBy/>
  <cp:revision>1</cp:revision>
  <dcterms:created xsi:type="dcterms:W3CDTF">2020-09-03T16:31:29Z</dcterms:created>
  <dcterms:modified xsi:type="dcterms:W3CDTF">2022-10-26T11:12:39Z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0x01010074571273AC6576429620BD3CD83DD3F0</vt:lpwstr>
  </property>
</Properties>
</file>

<file path=userCustomization/customUI.xml><?xml version="1.0" encoding="utf-8"?>
<mso:customUI xmlns:doc="http://schemas.microsoft.com/office/2006/01/customui/currentDocument" xmlns:mso="http://schemas.microsoft.com/office/2006/01/customui">
  <mso:ribbon>
    <mso:qat>
      <mso:documentControls>
        <mso:separator idQ="doc:sep3" visible="true"/>
        <mso:control idQ="mso:HeaderFooterInsert" visible="true"/>
        <mso:separator idQ="doc:sep1" visible="true"/>
        <mso:button idQ="doc:ChooseFormat_1" visible="true" label="Markierte Absätze formatieren" imageMso="CharacterBorder" onAction="'init-PPT-AddIn.ppam'!ChooseFormat"/>
        <mso:control idQ="mso:IndentDecrease" visible="true"/>
        <mso:control idQ="mso:IndentIncrease" visible="true"/>
        <mso:separator idQ="doc:sep2" visible="true"/>
        <mso:control idQ="mso:PictureFitCrop" visible="true"/>
        <mso:button idQ="doc:ColorWhite_1" visible="true" label="Icon(s) weiß einfärben" imageMso="AppointmentColor0" onAction="'init-PPT-AddIn.ppam'!ColorWhite"/>
        <mso:button idQ="doc:ColorBlack_1" visible="true" label="Icon(s) zurück auf Standard stellen" imageMso="BlackAndWhiteBlack" onAction="'init-PPT-AddIn.ppam'!ColorBlack"/>
        <mso:control idQ="mso:PictureRecolorGallery" visible="true"/>
        <mso:separator idQ="doc:sep1" visible="true"/>
        <mso:button idQ="doc:ChooseBackground_1" visible="true" label="Fokus-Folien Grundfarbe einstellen" imageMso="AppointmentColorDialog" onAction="'init-PPT-AddIn.ppam'!ChooseBackground"/>
      </mso:documentControls>
    </mso:qat>
  </mso:ribbon>
</mso:customUI>
</file>