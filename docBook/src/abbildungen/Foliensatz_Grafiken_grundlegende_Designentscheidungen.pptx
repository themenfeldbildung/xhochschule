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456eeb9bf2f64375" Type="http://schemas.microsoft.com/office/2006/relationships/ui/extensibility" Target="customUI/customUI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1012" r:id="rId5"/>
    <p:sldId id="1013" r:id="rId6"/>
    <p:sldId id="1008" r:id="rId7"/>
    <p:sldId id="1011" r:id="rId8"/>
    <p:sldId id="1009" r:id="rId9"/>
    <p:sldId id="1010" r:id="rId10"/>
  </p:sldIdLst>
  <p:sldSz cx="9144000" cy="5143500" type="screen16x9"/>
  <p:notesSz cx="6858000" cy="9144000"/>
  <p:defaultTextStyle>
    <a:defPPr>
      <a:defRPr lang="en-US"/>
    </a:defPPr>
    <a:lvl1pPr marL="0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217684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435368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653052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870736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088420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306103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1523787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1741471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halt | Hier Präsentation anlegen" id="{C2DDCB60-793B-4656-8EA4-75032A2FED7C}">
          <p14:sldIdLst>
            <p14:sldId id="1012"/>
            <p14:sldId id="1013"/>
            <p14:sldId id="1008"/>
            <p14:sldId id="1011"/>
            <p14:sldId id="1009"/>
            <p14:sldId id="1010"/>
          </p14:sldIdLst>
        </p14:section>
        <p14:section name="Backup" id="{364C7EAB-FBD7-445D-86BF-490CD97616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C7B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86909" autoAdjust="0"/>
  </p:normalViewPr>
  <p:slideViewPr>
    <p:cSldViewPr snapToGrid="0" showGuides="1">
      <p:cViewPr varScale="1">
        <p:scale>
          <a:sx n="98" d="100"/>
          <a:sy n="98" d="100"/>
        </p:scale>
        <p:origin x="437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165"/>
    </p:cViewPr>
  </p:sorterViewPr>
  <p:notesViewPr>
    <p:cSldViewPr snapToGrid="0">
      <p:cViewPr varScale="1">
        <p:scale>
          <a:sx n="87" d="100"/>
          <a:sy n="87" d="100"/>
        </p:scale>
        <p:origin x="376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DDCA9-4CFF-4FF6-A92E-131AF0392A32}" type="datetimeFigureOut">
              <a:rPr lang="de-DE" smtClean="0"/>
              <a:t>03.11.2022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93C70-9FE5-4811-8AEE-881571D622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4236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A58F-C29C-4EC8-995E-F6F04C94AD07}" type="datetimeFigureOut">
              <a:rPr lang="de-DE" smtClean="0"/>
              <a:t>03.11.2022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C010B-DAE0-416A-828F-870E221708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65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1pPr>
    <a:lvl2pPr marL="217684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2pPr>
    <a:lvl3pPr marL="435368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3pPr>
    <a:lvl4pPr marL="653052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4pPr>
    <a:lvl5pPr marL="870736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5pPr>
    <a:lvl6pPr marL="1088420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6pPr>
    <a:lvl7pPr marL="1306103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7pPr>
    <a:lvl8pPr marL="1523787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8pPr>
    <a:lvl9pPr marL="1741471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5" y="1537214"/>
            <a:ext cx="8207374" cy="47089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3400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4" y="2008112"/>
            <a:ext cx="8207374" cy="1920124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34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Textfeld 8"/>
          <p:cNvSpPr txBox="1"/>
          <p:nvPr userDrawn="1"/>
        </p:nvSpPr>
        <p:spPr>
          <a:xfrm>
            <a:off x="258763" y="-143526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bg1"/>
                </a:solidFill>
                <a:latin typeface="init_signs normal" panose="00000500000000000000" pitchFamily="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118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2" y="1613315"/>
            <a:ext cx="8207375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18287" y="418290"/>
            <a:ext cx="2057400" cy="146582"/>
          </a:xfrm>
        </p:spPr>
        <p:txBody>
          <a:bodyPr/>
          <a:lstStyle>
            <a:lvl1pPr algn="r">
              <a:defRPr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95687" y="550487"/>
            <a:ext cx="2880000" cy="146643"/>
          </a:xfrm>
        </p:spPr>
        <p:txBody>
          <a:bodyPr/>
          <a:lstStyle>
            <a:lvl1pPr algn="r">
              <a:defRPr/>
            </a:lvl1pPr>
          </a:lstStyle>
          <a:p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1750"/>
            <a:ext cx="9144000" cy="2571749"/>
          </a:xfrm>
        </p:spPr>
        <p:txBody>
          <a:bodyPr lIns="360000" tIns="360000" rIns="648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 baseline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 durch Klicken auf das Symbol in der Bildmitte hinzu.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8207375" cy="387798"/>
          </a:xfrm>
        </p:spPr>
        <p:txBody>
          <a:bodyPr vert="horz" wrap="none" lIns="0" tIns="0" rIns="0" bIns="0" rtlCol="0" anchor="t" anchorCtr="0">
            <a:norm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10" name="Textfeld 9"/>
          <p:cNvSpPr txBox="1"/>
          <p:nvPr userDrawn="1"/>
        </p:nvSpPr>
        <p:spPr>
          <a:xfrm>
            <a:off x="195263" y="-195498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tx2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9" name="Bildplatzhalter 9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622736" y="280023"/>
            <a:ext cx="1176125" cy="612000"/>
          </a:xfrm>
        </p:spPr>
        <p:txBody>
          <a:bodyPr lIns="36000" tIns="36000" rIns="36000" bIns="36000"/>
          <a:lstStyle>
            <a:lvl1pPr>
              <a:defRPr sz="600" baseline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11" name="Bildplatzhalter 9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006566" y="280023"/>
            <a:ext cx="1176125" cy="61200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</p:spTree>
    <p:extLst>
      <p:ext uri="{BB962C8B-B14F-4D97-AF65-F5344CB8AC3E}">
        <p14:creationId xmlns:p14="http://schemas.microsoft.com/office/powerpoint/2010/main" val="491423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1670103"/>
            <a:ext cx="4103688" cy="3047121"/>
          </a:xfrm>
        </p:spPr>
        <p:txBody>
          <a:bodyPr/>
          <a:lstStyle>
            <a:lvl1pPr marL="216000" indent="-162000">
              <a:lnSpc>
                <a:spcPct val="110000"/>
              </a:lnSpc>
              <a:spcBef>
                <a:spcPts val="1000"/>
              </a:spcBef>
              <a:buSzPct val="100000"/>
              <a:buFont typeface="init_signs normal" panose="00000500000000000000" pitchFamily="2" charset="0"/>
              <a:buChar char="A"/>
              <a:defRPr baseline="0"/>
            </a:lvl1pPr>
            <a:lvl2pPr>
              <a:defRPr/>
            </a:lvl2pPr>
            <a:lvl3pPr>
              <a:defRPr/>
            </a:lvl3pPr>
            <a:lvl6pPr>
              <a:defRPr/>
            </a:lvl6pPr>
          </a:lstStyle>
          <a:p>
            <a:pPr lvl="0"/>
            <a:r>
              <a:rPr lang="de-DE" dirty="0"/>
              <a:t>Absatzebene ändern durch </a:t>
            </a:r>
            <a:r>
              <a:rPr lang="de-DE" dirty="0" err="1"/>
              <a:t>Strg+Alt+Pfeil</a:t>
            </a:r>
            <a:r>
              <a:rPr lang="de-DE" dirty="0"/>
              <a:t> links/Pfeil rechts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4104000" cy="387798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83553" y="1609909"/>
            <a:ext cx="4104000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760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922" y="701042"/>
            <a:ext cx="8207375" cy="39577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55922" y="1159239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85957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11163"/>
            <a:ext cx="4103687" cy="395771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1635126"/>
            <a:ext cx="3663420" cy="280828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4103686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4983480" y="0"/>
            <a:ext cx="4160520" cy="5143500"/>
          </a:xfrm>
          <a:noFill/>
        </p:spPr>
        <p:txBody>
          <a:bodyPr wrap="square" lIns="360000" tIns="360000" rIns="216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 baseline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Bild, eine Grafik, einen Screenshot oder ein </a:t>
            </a:r>
            <a:r>
              <a:rPr lang="de-DE" dirty="0" err="1"/>
              <a:t>Mockup</a:t>
            </a:r>
            <a:r>
              <a:rPr lang="de-DE" dirty="0"/>
              <a:t> durch Klicken auf das Symbol in der Bildmitte hinzu.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7" hasCustomPrompt="1"/>
          </p:nvPr>
        </p:nvSpPr>
        <p:spPr>
          <a:xfrm>
            <a:off x="5150906" y="4118991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9"/>
          <p:cNvSpPr>
            <a:spLocks noGrp="1"/>
          </p:cNvSpPr>
          <p:nvPr>
            <p:ph type="pic" sz="quarter" idx="18" hasCustomPrompt="1"/>
          </p:nvPr>
        </p:nvSpPr>
        <p:spPr>
          <a:xfrm>
            <a:off x="6951340" y="4118991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20050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3499"/>
          </a:xfrm>
          <a:solidFill>
            <a:schemeClr val="bg1"/>
          </a:solidFill>
          <a:effectLst>
            <a:innerShdw blurRad="1270000" dist="1905000" dir="5400000">
              <a:schemeClr val="tx1">
                <a:alpha val="50000"/>
              </a:schemeClr>
            </a:innerShdw>
          </a:effectLst>
        </p:spPr>
        <p:txBody>
          <a:bodyPr lIns="360000" tIns="360000" rIns="36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 durch Klicken auf das Symbol in der Bildmitte hinzu.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062692"/>
            <a:ext cx="8207375" cy="39577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4435382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</p:spTree>
    <p:extLst>
      <p:ext uri="{BB962C8B-B14F-4D97-AF65-F5344CB8AC3E}">
        <p14:creationId xmlns:p14="http://schemas.microsoft.com/office/powerpoint/2010/main" val="266893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3" y="1609909"/>
            <a:ext cx="8207375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8207375" cy="387798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8313" y="3568545"/>
            <a:ext cx="1171561" cy="1171350"/>
          </a:xfrm>
        </p:spPr>
        <p:txBody>
          <a:bodyPr wrap="none" lIns="36000" tIns="36000" rIns="36000" bIns="36000" anchor="b" anchorCtr="0">
            <a:noAutofit/>
          </a:bodyPr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 hasCustomPrompt="1"/>
          </p:nvPr>
        </p:nvSpPr>
        <p:spPr>
          <a:xfrm>
            <a:off x="5669280" y="708660"/>
            <a:ext cx="3744000" cy="3744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371694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kus/Ic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2160000" y="1635125"/>
            <a:ext cx="4824000" cy="3097213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279145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kus/3 Ico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79053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6" name="Bildplatzhalt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38518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8" name="Bildplatzhalt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697982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193957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3555" y="1537214"/>
            <a:ext cx="8207374" cy="47089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3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4" y="2238703"/>
            <a:ext cx="8207374" cy="498191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16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de-DE" dirty="0"/>
              <a:t>Vorname Name eintragen</a:t>
            </a:r>
            <a:br>
              <a:rPr lang="de-DE" dirty="0"/>
            </a:br>
            <a:r>
              <a:rPr lang="de-DE" dirty="0"/>
              <a:t>Job Title eintragen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7180832" y="3231152"/>
            <a:ext cx="1510096" cy="151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438" y="3573723"/>
            <a:ext cx="220291" cy="22029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554" y="3126210"/>
            <a:ext cx="234059" cy="22029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974" y="4022573"/>
            <a:ext cx="165218" cy="234059"/>
          </a:xfrm>
          <a:prstGeom prst="rect">
            <a:avLst/>
          </a:prstGeom>
        </p:spPr>
      </p:pic>
      <p:sp>
        <p:nvSpPr>
          <p:cNvPr id="10" name="Textplatzhalt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916541" y="3109391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Vorname.Nachname@init.de eintragen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916541" y="3562107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+49 30 97006 xxx eintragen</a:t>
            </a:r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16541" y="4001867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www.init.de eintragen</a:t>
            </a: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06715" y="70462"/>
            <a:ext cx="1848385" cy="48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6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-W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680504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 hasCustomPrompt="1"/>
          </p:nvPr>
        </p:nvSpPr>
        <p:spPr>
          <a:xfrm>
            <a:off x="680504" y="2828435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6" hasCustomPrompt="1"/>
          </p:nvPr>
        </p:nvSpPr>
        <p:spPr>
          <a:xfrm>
            <a:off x="680504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9"/>
          <p:cNvSpPr>
            <a:spLocks noGrp="1"/>
          </p:cNvSpPr>
          <p:nvPr>
            <p:ph type="pic" sz="quarter" idx="17" hasCustomPrompt="1"/>
          </p:nvPr>
        </p:nvSpPr>
        <p:spPr>
          <a:xfrm>
            <a:off x="2731556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8" hasCustomPrompt="1"/>
          </p:nvPr>
        </p:nvSpPr>
        <p:spPr>
          <a:xfrm>
            <a:off x="2731556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9" hasCustomPrompt="1"/>
          </p:nvPr>
        </p:nvSpPr>
        <p:spPr>
          <a:xfrm>
            <a:off x="2731556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6" name="Bildplatzhalter 9"/>
          <p:cNvSpPr>
            <a:spLocks noGrp="1"/>
          </p:cNvSpPr>
          <p:nvPr>
            <p:ph type="pic" sz="quarter" idx="20" hasCustomPrompt="1"/>
          </p:nvPr>
        </p:nvSpPr>
        <p:spPr>
          <a:xfrm>
            <a:off x="4782608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7" name="Bildplatzhalter 9"/>
          <p:cNvSpPr>
            <a:spLocks noGrp="1"/>
          </p:cNvSpPr>
          <p:nvPr>
            <p:ph type="pic" sz="quarter" idx="21" hasCustomPrompt="1"/>
          </p:nvPr>
        </p:nvSpPr>
        <p:spPr>
          <a:xfrm>
            <a:off x="4782608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8" name="Bildplatzhalter 9"/>
          <p:cNvSpPr>
            <a:spLocks noGrp="1"/>
          </p:cNvSpPr>
          <p:nvPr>
            <p:ph type="pic" sz="quarter" idx="22" hasCustomPrompt="1"/>
          </p:nvPr>
        </p:nvSpPr>
        <p:spPr>
          <a:xfrm>
            <a:off x="4782608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9" name="Bildplatzhalter 9"/>
          <p:cNvSpPr>
            <a:spLocks noGrp="1"/>
          </p:cNvSpPr>
          <p:nvPr>
            <p:ph type="pic" sz="quarter" idx="23" hasCustomPrompt="1"/>
          </p:nvPr>
        </p:nvSpPr>
        <p:spPr>
          <a:xfrm>
            <a:off x="6836831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0" name="Bildplatzhalter 9"/>
          <p:cNvSpPr>
            <a:spLocks noGrp="1"/>
          </p:cNvSpPr>
          <p:nvPr>
            <p:ph type="pic" sz="quarter" idx="24" hasCustomPrompt="1"/>
          </p:nvPr>
        </p:nvSpPr>
        <p:spPr>
          <a:xfrm>
            <a:off x="6836831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1" name="Bildplatzhalter 9"/>
          <p:cNvSpPr>
            <a:spLocks noGrp="1"/>
          </p:cNvSpPr>
          <p:nvPr>
            <p:ph type="pic" sz="quarter" idx="25" hasCustomPrompt="1"/>
          </p:nvPr>
        </p:nvSpPr>
        <p:spPr>
          <a:xfrm>
            <a:off x="6836831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4" name="Foliennummernplatzhalter 23"/>
          <p:cNvSpPr>
            <a:spLocks noGrp="1"/>
          </p:cNvSpPr>
          <p:nvPr>
            <p:ph type="sldNum" sz="quarter" idx="28"/>
          </p:nvPr>
        </p:nvSpPr>
        <p:spPr>
          <a:xfrm>
            <a:off x="7673340" y="405776"/>
            <a:ext cx="1002348" cy="241924"/>
          </a:xfrm>
        </p:spPr>
        <p:txBody>
          <a:bodyPr/>
          <a:lstStyle/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3390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7" userDrawn="1">
          <p15:clr>
            <a:srgbClr val="FBAE40"/>
          </p15:clr>
        </p15:guide>
        <p15:guide id="2" pos="4173" userDrawn="1">
          <p15:clr>
            <a:srgbClr val="FBAE40"/>
          </p15:clr>
        </p15:guide>
        <p15:guide id="3" orient="horz" pos="1665" userDrawn="1">
          <p15:clr>
            <a:srgbClr val="FBAE40"/>
          </p15:clr>
        </p15:guide>
        <p15:guide id="4" orient="horz" pos="241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73497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2523175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4572853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6622532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2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68313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2523175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6" name="Textplatzhalt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2523176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26" hasCustomPrompt="1"/>
          </p:nvPr>
        </p:nvSpPr>
        <p:spPr>
          <a:xfrm>
            <a:off x="4572853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8" name="Textplatzhalter 19"/>
          <p:cNvSpPr>
            <a:spLocks noGrp="1"/>
          </p:cNvSpPr>
          <p:nvPr>
            <p:ph type="body" sz="quarter" idx="27" hasCustomPrompt="1"/>
          </p:nvPr>
        </p:nvSpPr>
        <p:spPr>
          <a:xfrm>
            <a:off x="4572854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9" name="Textplatzhalt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628509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30" name="Textplatzhalter 19"/>
          <p:cNvSpPr>
            <a:spLocks noGrp="1"/>
          </p:cNvSpPr>
          <p:nvPr>
            <p:ph type="body" sz="quarter" idx="29" hasCustomPrompt="1"/>
          </p:nvPr>
        </p:nvSpPr>
        <p:spPr>
          <a:xfrm>
            <a:off x="6628510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646494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/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468311" y="2906052"/>
            <a:ext cx="82073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7349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188356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329363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470370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6" name="Bildplatzhalter 11"/>
          <p:cNvSpPr>
            <a:spLocks noGrp="1"/>
          </p:cNvSpPr>
          <p:nvPr>
            <p:ph type="pic" sz="quarter" idx="18" hasCustomPrompt="1"/>
          </p:nvPr>
        </p:nvSpPr>
        <p:spPr>
          <a:xfrm>
            <a:off x="611377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2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2520157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2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2" hasCustomPrompt="1"/>
          </p:nvPr>
        </p:nvSpPr>
        <p:spPr>
          <a:xfrm>
            <a:off x="6623847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68313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 baseline="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1" name="Textplatzhalt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2519364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2" name="Textplatzhalt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4572000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6623451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4" name="Bildplatzhalter 11"/>
          <p:cNvSpPr>
            <a:spLocks noGrp="1"/>
          </p:cNvSpPr>
          <p:nvPr>
            <p:ph type="pic" sz="quarter" idx="27" hasCustomPrompt="1"/>
          </p:nvPr>
        </p:nvSpPr>
        <p:spPr>
          <a:xfrm>
            <a:off x="752384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661338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/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68313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3198816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5929319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1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204000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26" hasCustomPrompt="1"/>
          </p:nvPr>
        </p:nvSpPr>
        <p:spPr>
          <a:xfrm>
            <a:off x="5939688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7"/>
          </p:nvPr>
        </p:nvSpPr>
        <p:spPr>
          <a:xfrm>
            <a:off x="468313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8"/>
          </p:nvPr>
        </p:nvSpPr>
        <p:spPr>
          <a:xfrm>
            <a:off x="3204002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9"/>
          </p:nvPr>
        </p:nvSpPr>
        <p:spPr>
          <a:xfrm>
            <a:off x="5939690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212691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7042680" y="412695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93146994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313" y="411163"/>
            <a:ext cx="8207375" cy="3957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3" y="1635125"/>
            <a:ext cx="6846887" cy="2808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8793" y="4593313"/>
            <a:ext cx="2052000" cy="1465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>
              <a:defRPr sz="953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8793" y="4732338"/>
            <a:ext cx="4103688" cy="146643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 lang="de-DE" sz="953" dirty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121" y="221112"/>
            <a:ext cx="1666025" cy="4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1" r:id="rId3"/>
    <p:sldLayoutId id="2147483662" r:id="rId4"/>
    <p:sldLayoutId id="2147483664" r:id="rId5"/>
    <p:sldLayoutId id="2147483684" r:id="rId6"/>
    <p:sldLayoutId id="2147483673" r:id="rId7"/>
    <p:sldLayoutId id="2147483678" r:id="rId8"/>
    <p:sldLayoutId id="2147483682" r:id="rId9"/>
    <p:sldLayoutId id="2147483681" r:id="rId10"/>
    <p:sldLayoutId id="2147483676" r:id="rId11"/>
    <p:sldLayoutId id="2147483677" r:id="rId12"/>
    <p:sldLayoutId id="2147483675" r:id="rId13"/>
    <p:sldLayoutId id="2147483679" r:id="rId14"/>
    <p:sldLayoutId id="2147483701" r:id="rId15"/>
  </p:sldLayoutIdLst>
  <p:hf hdr="0" ftr="0" dt="0"/>
  <p:txStyles>
    <p:titleStyle>
      <a:lvl1pPr algn="l" defTabSz="61732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" indent="0" algn="l" defTabSz="617325" rtl="0" eaLnBrk="1" latinLnBrk="0" hangingPunct="1">
        <a:lnSpc>
          <a:spcPct val="90000"/>
        </a:lnSpc>
        <a:spcBef>
          <a:spcPts val="0"/>
        </a:spcBef>
        <a:buClr>
          <a:schemeClr val="tx2"/>
        </a:buClr>
        <a:buSzPct val="60000"/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A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P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C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" indent="0" algn="l" defTabSz="617325" rtl="0" eaLnBrk="1" latinLnBrk="0" hangingPunct="1">
        <a:lnSpc>
          <a:spcPct val="110000"/>
        </a:lnSpc>
        <a:spcBef>
          <a:spcPts val="800"/>
        </a:spcBef>
        <a:buClr>
          <a:schemeClr val="tx2"/>
        </a:buClr>
        <a:buSzPct val="6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96000" indent="-144000" algn="l" defTabSz="617325" rtl="0" eaLnBrk="1" latinLnBrk="0" hangingPunct="1">
        <a:lnSpc>
          <a:spcPct val="110000"/>
        </a:lnSpc>
        <a:spcBef>
          <a:spcPts val="600"/>
        </a:spcBef>
        <a:buSzPct val="100000"/>
        <a:buFont typeface="init_signs normal" panose="00000500000000000000" pitchFamily="2" charset="0"/>
        <a:buChar char="A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76000" indent="-144000" algn="l" defTabSz="617325" rtl="0" eaLnBrk="1" latinLnBrk="0" hangingPunct="1">
        <a:lnSpc>
          <a:spcPct val="110000"/>
        </a:lnSpc>
        <a:spcBef>
          <a:spcPts val="600"/>
        </a:spcBef>
        <a:buSzPct val="100000"/>
        <a:buFont typeface="init_signs normal" panose="00000500000000000000" pitchFamily="2" charset="0"/>
        <a:buChar char="A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96000" indent="0" algn="l" defTabSz="617325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60000"/>
        <a:buFontTx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396000" indent="0" algn="l" defTabSz="617325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60000"/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63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325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988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651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313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976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640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9302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orient="horz" pos="259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orient="horz" pos="2981" userDrawn="1">
          <p15:clr>
            <a:srgbClr val="F26B43"/>
          </p15:clr>
        </p15:guide>
        <p15:guide id="7" orient="horz" pos="1030" userDrawn="1">
          <p15:clr>
            <a:srgbClr val="F26B43"/>
          </p15:clr>
        </p15:guide>
        <p15:guide id="8" orient="horz" pos="2799" userDrawn="1">
          <p15:clr>
            <a:srgbClr val="F26B43"/>
          </p15:clr>
        </p15:guide>
        <p15:guide id="9" orient="horz" pos="6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2358775"/>
            <a:ext cx="7548181" cy="360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2766285"/>
            <a:ext cx="7548181" cy="669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1896787"/>
            <a:ext cx="7548181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2" name="Textfeld 1"/>
          <p:cNvSpPr txBox="1"/>
          <p:nvPr/>
        </p:nvSpPr>
        <p:spPr>
          <a:xfrm>
            <a:off x="455646" y="1992137"/>
            <a:ext cx="1729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2395057"/>
            <a:ext cx="2078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2954348"/>
            <a:ext cx="1858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625854" y="1954069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179390" y="1954067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146999" y="1954066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627390" y="2390349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5796590" y="2389462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402622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335308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1" name="Rechteck 40"/>
          <p:cNvSpPr/>
          <p:nvPr/>
        </p:nvSpPr>
        <p:spPr>
          <a:xfrm>
            <a:off x="2625369" y="2840140"/>
            <a:ext cx="4127123" cy="53278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944979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1923149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382458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3A61D9BA-CCFC-84EF-8208-97B6F689E5AE}"/>
              </a:ext>
            </a:extLst>
          </p:cNvPr>
          <p:cNvSpPr/>
          <p:nvPr/>
        </p:nvSpPr>
        <p:spPr>
          <a:xfrm>
            <a:off x="3447427" y="2926599"/>
            <a:ext cx="884307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 err="1">
                <a:solidFill>
                  <a:schemeClr val="tx2"/>
                </a:solidFill>
                <a:latin typeface="Arial" panose="020B0604020202020204" pitchFamily="34" charset="0"/>
              </a:rPr>
              <a:t>XHochschule</a:t>
            </a:r>
            <a:endParaRPr lang="de-DE" sz="9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023D396-B657-17AC-B1CB-E7F21614AD6B}"/>
              </a:ext>
            </a:extLst>
          </p:cNvPr>
          <p:cNvSpPr/>
          <p:nvPr/>
        </p:nvSpPr>
        <p:spPr>
          <a:xfrm>
            <a:off x="4383404" y="2926599"/>
            <a:ext cx="559529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>
                <a:solidFill>
                  <a:srgbClr val="00B050"/>
                </a:solidFill>
                <a:latin typeface="Arial" panose="020B0604020202020204" pitchFamily="34" charset="0"/>
              </a:rPr>
              <a:t>XSchule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8F31595-093C-3E18-28EF-5A8A2E3656A0}"/>
              </a:ext>
            </a:extLst>
          </p:cNvPr>
          <p:cNvSpPr/>
          <p:nvPr/>
        </p:nvSpPr>
        <p:spPr>
          <a:xfrm>
            <a:off x="6851143" y="2925178"/>
            <a:ext cx="55953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XBAföG</a:t>
            </a:r>
            <a:endParaRPr lang="de-DE" sz="9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2DD7241-A9AF-83B9-E156-F14EEE153E12}"/>
              </a:ext>
            </a:extLst>
          </p:cNvPr>
          <p:cNvSpPr/>
          <p:nvPr/>
        </p:nvSpPr>
        <p:spPr>
          <a:xfrm>
            <a:off x="5005266" y="2926599"/>
            <a:ext cx="656109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XWeiter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4CA5F35-59D7-BA72-32D7-11C74BEC0EE0}"/>
              </a:ext>
            </a:extLst>
          </p:cNvPr>
          <p:cNvSpPr/>
          <p:nvPr/>
        </p:nvSpPr>
        <p:spPr>
          <a:xfrm>
            <a:off x="5690049" y="2925788"/>
            <a:ext cx="730878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XBerufsaus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EBCA287-3ABC-6F6E-5FC9-417D3330BB68}"/>
              </a:ext>
            </a:extLst>
          </p:cNvPr>
          <p:cNvSpPr/>
          <p:nvPr/>
        </p:nvSpPr>
        <p:spPr>
          <a:xfrm>
            <a:off x="6454413" y="2923693"/>
            <a:ext cx="22959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8701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2358775"/>
            <a:ext cx="8911154" cy="360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3488211"/>
            <a:ext cx="8911154" cy="386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2775002"/>
            <a:ext cx="8911154" cy="669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1896787"/>
            <a:ext cx="8911154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2" name="Textfeld 1"/>
          <p:cNvSpPr txBox="1"/>
          <p:nvPr/>
        </p:nvSpPr>
        <p:spPr>
          <a:xfrm>
            <a:off x="455646" y="1992137"/>
            <a:ext cx="1729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2395057"/>
            <a:ext cx="2078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2954348"/>
            <a:ext cx="1858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3549971"/>
            <a:ext cx="175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586779" y="1954069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140315" y="1954067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107924" y="1954066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588315" y="2390349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5757515" y="2389462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363547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296233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846505" y="118589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/>
          </a:p>
        </p:txBody>
      </p:sp>
      <p:sp>
        <p:nvSpPr>
          <p:cNvPr id="41" name="Rechteck 40"/>
          <p:cNvSpPr/>
          <p:nvPr/>
        </p:nvSpPr>
        <p:spPr>
          <a:xfrm>
            <a:off x="2586295" y="2840140"/>
            <a:ext cx="3949729" cy="53278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531704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944979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1923149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382458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3A61D9BA-CCFC-84EF-8208-97B6F689E5AE}"/>
              </a:ext>
            </a:extLst>
          </p:cNvPr>
          <p:cNvSpPr/>
          <p:nvPr/>
        </p:nvSpPr>
        <p:spPr>
          <a:xfrm>
            <a:off x="3408352" y="2926599"/>
            <a:ext cx="884307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 err="1">
                <a:solidFill>
                  <a:schemeClr val="tx2"/>
                </a:solidFill>
                <a:latin typeface="Arial" panose="020B0604020202020204" pitchFamily="34" charset="0"/>
              </a:rPr>
              <a:t>XHochschule</a:t>
            </a:r>
            <a:endParaRPr lang="de-DE" sz="9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023D396-B657-17AC-B1CB-E7F21614AD6B}"/>
              </a:ext>
            </a:extLst>
          </p:cNvPr>
          <p:cNvSpPr/>
          <p:nvPr/>
        </p:nvSpPr>
        <p:spPr>
          <a:xfrm>
            <a:off x="4344329" y="2926599"/>
            <a:ext cx="559529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>
                <a:solidFill>
                  <a:srgbClr val="00B050"/>
                </a:solidFill>
                <a:latin typeface="Arial" panose="020B0604020202020204" pitchFamily="34" charset="0"/>
              </a:rPr>
              <a:t>XSchule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8F31595-093C-3E18-28EF-5A8A2E3656A0}"/>
              </a:ext>
            </a:extLst>
          </p:cNvPr>
          <p:cNvSpPr/>
          <p:nvPr/>
        </p:nvSpPr>
        <p:spPr>
          <a:xfrm>
            <a:off x="6636668" y="2912445"/>
            <a:ext cx="55953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XBAföG</a:t>
            </a:r>
            <a:endParaRPr lang="de-DE" sz="9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2DD7241-A9AF-83B9-E156-F14EEE153E12}"/>
              </a:ext>
            </a:extLst>
          </p:cNvPr>
          <p:cNvSpPr/>
          <p:nvPr/>
        </p:nvSpPr>
        <p:spPr>
          <a:xfrm>
            <a:off x="4991653" y="2926599"/>
            <a:ext cx="656109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XWeiter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4CA5F35-59D7-BA72-32D7-11C74BEC0EE0}"/>
              </a:ext>
            </a:extLst>
          </p:cNvPr>
          <p:cNvSpPr/>
          <p:nvPr/>
        </p:nvSpPr>
        <p:spPr>
          <a:xfrm>
            <a:off x="5694996" y="2926599"/>
            <a:ext cx="730878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XBerufsaus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59A2103-1F14-3ECF-AD18-99F29D715E4E}"/>
              </a:ext>
            </a:extLst>
          </p:cNvPr>
          <p:cNvSpPr/>
          <p:nvPr/>
        </p:nvSpPr>
        <p:spPr>
          <a:xfrm>
            <a:off x="7429323" y="2841725"/>
            <a:ext cx="1450131" cy="3588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700" b="1" dirty="0">
                <a:solidFill>
                  <a:schemeClr val="tx1"/>
                </a:solidFill>
                <a:latin typeface="Arial" panose="020B0604020202020204" pitchFamily="34" charset="0"/>
              </a:rPr>
              <a:t>    XÖV</a:t>
            </a:r>
          </a:p>
          <a:p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700" b="1" dirty="0" err="1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  <a:endParaRPr lang="de-DE" sz="7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B73BB13-ABAB-8C83-8286-760AE17E5EC6}"/>
              </a:ext>
            </a:extLst>
          </p:cNvPr>
          <p:cNvSpPr/>
          <p:nvPr/>
        </p:nvSpPr>
        <p:spPr>
          <a:xfrm>
            <a:off x="8174846" y="2874462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7FBBAC8-B0A7-C84A-A759-F4C428F61035}"/>
              </a:ext>
            </a:extLst>
          </p:cNvPr>
          <p:cNvSpPr/>
          <p:nvPr/>
        </p:nvSpPr>
        <p:spPr>
          <a:xfrm>
            <a:off x="8430637" y="2878130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C63E218-280E-7B5A-8947-1C4C53175DA5}"/>
              </a:ext>
            </a:extLst>
          </p:cNvPr>
          <p:cNvSpPr/>
          <p:nvPr/>
        </p:nvSpPr>
        <p:spPr>
          <a:xfrm>
            <a:off x="6891763" y="3522666"/>
            <a:ext cx="1990158" cy="316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E8C07CD-C46C-CD76-71CE-78312FB2522A}"/>
              </a:ext>
            </a:extLst>
          </p:cNvPr>
          <p:cNvSpPr/>
          <p:nvPr/>
        </p:nvSpPr>
        <p:spPr>
          <a:xfrm>
            <a:off x="7919055" y="2874462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XAusl.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02A4CD6-665A-F204-4CC7-3B2C63D2D918}"/>
              </a:ext>
            </a:extLst>
          </p:cNvPr>
          <p:cNvSpPr/>
          <p:nvPr/>
        </p:nvSpPr>
        <p:spPr>
          <a:xfrm>
            <a:off x="7933924" y="3552376"/>
            <a:ext cx="448924" cy="26286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Datencockpit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C6539D-1C18-F220-1FA2-5F272402F8A8}"/>
              </a:ext>
            </a:extLst>
          </p:cNvPr>
          <p:cNvSpPr/>
          <p:nvPr/>
        </p:nvSpPr>
        <p:spPr>
          <a:xfrm>
            <a:off x="7322877" y="3552376"/>
            <a:ext cx="572985" cy="26286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36CF3C-4DEE-39AE-34C3-ACB50D314922}"/>
              </a:ext>
            </a:extLst>
          </p:cNvPr>
          <p:cNvSpPr/>
          <p:nvPr/>
        </p:nvSpPr>
        <p:spPr>
          <a:xfrm>
            <a:off x="7427234" y="3238586"/>
            <a:ext cx="278101" cy="1315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SDG</a:t>
            </a:r>
            <a:endParaRPr lang="de-DE" sz="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6300C1CA-727F-3FBC-DE8B-6189ECE9750D}"/>
              </a:ext>
            </a:extLst>
          </p:cNvPr>
          <p:cNvSpPr/>
          <p:nvPr/>
        </p:nvSpPr>
        <p:spPr>
          <a:xfrm>
            <a:off x="7747299" y="3240648"/>
            <a:ext cx="490615" cy="1295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ELM/EDCI</a:t>
            </a:r>
            <a:endParaRPr lang="de-DE" sz="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89CD176-A714-414B-4FA8-45F512E00AD4}"/>
              </a:ext>
            </a:extLst>
          </p:cNvPr>
          <p:cNvSpPr/>
          <p:nvPr/>
        </p:nvSpPr>
        <p:spPr>
          <a:xfrm>
            <a:off x="8278970" y="3242611"/>
            <a:ext cx="604893" cy="127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EMREX/ELMO</a:t>
            </a:r>
            <a:endParaRPr lang="de-DE" sz="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D4086524-01F2-0F9D-3A7F-A9CC63F9A7CD}"/>
              </a:ext>
            </a:extLst>
          </p:cNvPr>
          <p:cNvSpPr/>
          <p:nvPr/>
        </p:nvSpPr>
        <p:spPr>
          <a:xfrm>
            <a:off x="8412760" y="3549470"/>
            <a:ext cx="435281" cy="262471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</a:p>
        </p:txBody>
      </p:sp>
    </p:spTree>
    <p:extLst>
      <p:ext uri="{BB962C8B-B14F-4D97-AF65-F5344CB8AC3E}">
        <p14:creationId xmlns:p14="http://schemas.microsoft.com/office/powerpoint/2010/main" val="20260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2358775"/>
            <a:ext cx="8958942" cy="360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3488210"/>
            <a:ext cx="8958942" cy="3593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2766285"/>
            <a:ext cx="8958942" cy="669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1896787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2" name="Textfeld 1"/>
          <p:cNvSpPr txBox="1"/>
          <p:nvPr/>
        </p:nvSpPr>
        <p:spPr>
          <a:xfrm>
            <a:off x="455646" y="1992137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23950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2954348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3549971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625854" y="1954069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179390" y="1954067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146999" y="1954066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627390" y="2390349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5796590" y="2389462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402622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335308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846505" y="118589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/>
          </a:p>
        </p:txBody>
      </p:sp>
      <p:sp>
        <p:nvSpPr>
          <p:cNvPr id="41" name="Rechteck 40"/>
          <p:cNvSpPr/>
          <p:nvPr/>
        </p:nvSpPr>
        <p:spPr>
          <a:xfrm>
            <a:off x="2625369" y="2840140"/>
            <a:ext cx="4776093" cy="53278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2980532" y="183302"/>
            <a:ext cx="585988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</a:p>
        </p:txBody>
      </p: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516074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944979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1923149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373832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3A61D9BA-CCFC-84EF-8208-97B6F689E5AE}"/>
              </a:ext>
            </a:extLst>
          </p:cNvPr>
          <p:cNvSpPr/>
          <p:nvPr/>
        </p:nvSpPr>
        <p:spPr>
          <a:xfrm>
            <a:off x="3447427" y="2926599"/>
            <a:ext cx="884307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 err="1">
                <a:solidFill>
                  <a:schemeClr val="tx2"/>
                </a:solidFill>
                <a:latin typeface="Arial" panose="020B0604020202020204" pitchFamily="34" charset="0"/>
              </a:rPr>
              <a:t>XHochschule</a:t>
            </a:r>
            <a:endParaRPr lang="de-DE" sz="9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023D396-B657-17AC-B1CB-E7F21614AD6B}"/>
              </a:ext>
            </a:extLst>
          </p:cNvPr>
          <p:cNvSpPr/>
          <p:nvPr/>
        </p:nvSpPr>
        <p:spPr>
          <a:xfrm>
            <a:off x="4383404" y="2926599"/>
            <a:ext cx="559529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>
                <a:solidFill>
                  <a:srgbClr val="00B050"/>
                </a:solidFill>
                <a:latin typeface="Arial" panose="020B0604020202020204" pitchFamily="34" charset="0"/>
              </a:rPr>
              <a:t>XSchule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8F31595-093C-3E18-28EF-5A8A2E3656A0}"/>
              </a:ext>
            </a:extLst>
          </p:cNvPr>
          <p:cNvSpPr/>
          <p:nvPr/>
        </p:nvSpPr>
        <p:spPr>
          <a:xfrm>
            <a:off x="5026236" y="2926599"/>
            <a:ext cx="55953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XBAföG</a:t>
            </a:r>
            <a:endParaRPr lang="de-DE" sz="9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F4EE645-89B8-2156-A00F-A4B118C8D68B}"/>
              </a:ext>
            </a:extLst>
          </p:cNvPr>
          <p:cNvSpPr/>
          <p:nvPr/>
        </p:nvSpPr>
        <p:spPr>
          <a:xfrm>
            <a:off x="4600446" y="578764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9583A07-52CD-4722-AE6C-3B9D21D8CE88}"/>
              </a:ext>
            </a:extLst>
          </p:cNvPr>
          <p:cNvSpPr/>
          <p:nvPr/>
        </p:nvSpPr>
        <p:spPr>
          <a:xfrm>
            <a:off x="4255950" y="577632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98A79CF-2D56-3BA5-DCC5-79D5B2324C13}"/>
              </a:ext>
            </a:extLst>
          </p:cNvPr>
          <p:cNvSpPr/>
          <p:nvPr/>
        </p:nvSpPr>
        <p:spPr>
          <a:xfrm>
            <a:off x="4953596" y="575674"/>
            <a:ext cx="576736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475F2A8-E39D-946E-C214-E58E21C94140}"/>
              </a:ext>
            </a:extLst>
          </p:cNvPr>
          <p:cNvSpPr/>
          <p:nvPr/>
        </p:nvSpPr>
        <p:spPr>
          <a:xfrm>
            <a:off x="5504133" y="575674"/>
            <a:ext cx="666733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2DD7241-A9AF-83B9-E156-F14EEE153E12}"/>
              </a:ext>
            </a:extLst>
          </p:cNvPr>
          <p:cNvSpPr/>
          <p:nvPr/>
        </p:nvSpPr>
        <p:spPr>
          <a:xfrm>
            <a:off x="5614866" y="2926599"/>
            <a:ext cx="656109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XWeiter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4CA5F35-59D7-BA72-32D7-11C74BEC0EE0}"/>
              </a:ext>
            </a:extLst>
          </p:cNvPr>
          <p:cNvSpPr/>
          <p:nvPr/>
        </p:nvSpPr>
        <p:spPr>
          <a:xfrm>
            <a:off x="6299649" y="2925788"/>
            <a:ext cx="730878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XBerufsaus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EBCA287-3ABC-6F6E-5FC9-417D3330BB68}"/>
              </a:ext>
            </a:extLst>
          </p:cNvPr>
          <p:cNvSpPr/>
          <p:nvPr/>
        </p:nvSpPr>
        <p:spPr>
          <a:xfrm>
            <a:off x="7064013" y="2923693"/>
            <a:ext cx="22959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796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3273175"/>
            <a:ext cx="8958942" cy="3357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4042287"/>
            <a:ext cx="8958942" cy="3593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58942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2836254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326187" y="4923408"/>
            <a:ext cx="3077766" cy="146643"/>
          </a:xfrm>
        </p:spPr>
        <p:txBody>
          <a:bodyPr/>
          <a:lstStyle/>
          <a:p>
            <a:r>
              <a:rPr lang="de-DE" sz="600" dirty="0"/>
              <a:t>20.04.2020 – Informationsveranstaltung XHochschule und XBIldung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455646" y="2931604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33094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874988" y="2893536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428524" y="2893534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396133" y="2893533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860894" y="3296934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6700654" y="3279987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651756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584442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/>
          </a:p>
        </p:txBody>
      </p:sp>
      <p:sp>
        <p:nvSpPr>
          <p:cNvPr id="41" name="Rechteck 40"/>
          <p:cNvSpPr/>
          <p:nvPr/>
        </p:nvSpPr>
        <p:spPr>
          <a:xfrm>
            <a:off x="3562259" y="3661715"/>
            <a:ext cx="3267198" cy="71182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4350267" y="3684684"/>
            <a:ext cx="490973" cy="67501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53" name="Rechteck 52"/>
          <p:cNvSpPr/>
          <p:nvPr/>
        </p:nvSpPr>
        <p:spPr>
          <a:xfrm>
            <a:off x="2822298" y="3716328"/>
            <a:ext cx="585988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</a:p>
        </p:txBody>
      </p:sp>
      <p:sp>
        <p:nvSpPr>
          <p:cNvPr id="54" name="Rechteck 53"/>
          <p:cNvSpPr/>
          <p:nvPr/>
        </p:nvSpPr>
        <p:spPr>
          <a:xfrm>
            <a:off x="7558486" y="3664986"/>
            <a:ext cx="1450131" cy="324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</a:p>
        </p:txBody>
      </p:sp>
      <p:sp>
        <p:nvSpPr>
          <p:cNvPr id="55" name="Rechteck 54"/>
          <p:cNvSpPr/>
          <p:nvPr/>
        </p:nvSpPr>
        <p:spPr>
          <a:xfrm>
            <a:off x="8304009" y="3686293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56" name="Rechteck 55"/>
          <p:cNvSpPr/>
          <p:nvPr/>
        </p:nvSpPr>
        <p:spPr>
          <a:xfrm>
            <a:off x="8559800" y="3689961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</a:p>
        </p:txBody>
      </p:sp>
      <p:sp>
        <p:nvSpPr>
          <p:cNvPr id="57" name="Rechteck 56"/>
          <p:cNvSpPr/>
          <p:nvPr/>
        </p:nvSpPr>
        <p:spPr>
          <a:xfrm>
            <a:off x="7018459" y="4056100"/>
            <a:ext cx="1990158" cy="33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</a:p>
        </p:txBody>
      </p:sp>
      <p:sp>
        <p:nvSpPr>
          <p:cNvPr id="58" name="Rechteck 57"/>
          <p:cNvSpPr/>
          <p:nvPr/>
        </p:nvSpPr>
        <p:spPr>
          <a:xfrm>
            <a:off x="8048218" y="3686293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XAusl.</a:t>
            </a:r>
          </a:p>
        </p:txBody>
      </p:sp>
      <p:sp>
        <p:nvSpPr>
          <p:cNvPr id="59" name="Rechteck 58"/>
          <p:cNvSpPr/>
          <p:nvPr/>
        </p:nvSpPr>
        <p:spPr>
          <a:xfrm>
            <a:off x="8521630" y="4085810"/>
            <a:ext cx="448924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Datencockpit</a:t>
            </a:r>
            <a:endParaRPr lang="de-DE" sz="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0" name="Rechteck 59"/>
          <p:cNvSpPr/>
          <p:nvPr/>
        </p:nvSpPr>
        <p:spPr>
          <a:xfrm>
            <a:off x="7910583" y="4085810"/>
            <a:ext cx="572985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</a:p>
        </p:txBody>
      </p:sp>
      <p:sp>
        <p:nvSpPr>
          <p:cNvPr id="61" name="Rechteck 60"/>
          <p:cNvSpPr/>
          <p:nvPr/>
        </p:nvSpPr>
        <p:spPr>
          <a:xfrm>
            <a:off x="7449012" y="4087312"/>
            <a:ext cx="435281" cy="273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</a:p>
        </p:txBody>
      </p:sp>
      <p:sp>
        <p:nvSpPr>
          <p:cNvPr id="62" name="Rechteck 61"/>
          <p:cNvSpPr/>
          <p:nvPr/>
        </p:nvSpPr>
        <p:spPr>
          <a:xfrm>
            <a:off x="5212520" y="3684274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Gerade Verbindung mit Pfeil 62"/>
          <p:cNvCxnSpPr>
            <a:stCxn id="41" idx="3"/>
          </p:cNvCxnSpPr>
          <p:nvPr/>
        </p:nvCxnSpPr>
        <p:spPr>
          <a:xfrm flipV="1">
            <a:off x="6829457" y="3804294"/>
            <a:ext cx="203113" cy="213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hteck 63"/>
          <p:cNvSpPr/>
          <p:nvPr/>
        </p:nvSpPr>
        <p:spPr>
          <a:xfrm>
            <a:off x="4868024" y="3683142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5565670" y="3681184"/>
            <a:ext cx="576736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6116207" y="3681184"/>
            <a:ext cx="666733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7" name="Rechteck 66"/>
          <p:cNvSpPr/>
          <p:nvPr/>
        </p:nvSpPr>
        <p:spPr>
          <a:xfrm>
            <a:off x="7032570" y="3702350"/>
            <a:ext cx="361678" cy="214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XOEV</a:t>
            </a:r>
          </a:p>
        </p:txBody>
      </p:sp>
      <p:cxnSp>
        <p:nvCxnSpPr>
          <p:cNvPr id="68" name="Gerade Verbindung mit Pfeil 67"/>
          <p:cNvCxnSpPr>
            <a:stCxn id="41" idx="3"/>
            <a:endCxn id="54" idx="1"/>
          </p:cNvCxnSpPr>
          <p:nvPr/>
        </p:nvCxnSpPr>
        <p:spPr>
          <a:xfrm flipV="1">
            <a:off x="6829457" y="3827462"/>
            <a:ext cx="729029" cy="190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/>
          <p:cNvCxnSpPr>
            <a:stCxn id="41" idx="3"/>
            <a:endCxn id="61" idx="1"/>
          </p:cNvCxnSpPr>
          <p:nvPr/>
        </p:nvCxnSpPr>
        <p:spPr>
          <a:xfrm>
            <a:off x="6829457" y="4017626"/>
            <a:ext cx="619555" cy="206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4070151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671815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862616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288232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11913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3273175"/>
            <a:ext cx="8958942" cy="3357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4042287"/>
            <a:ext cx="8958942" cy="3593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58942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2836254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326187" y="4923408"/>
            <a:ext cx="3077766" cy="146643"/>
          </a:xfrm>
        </p:spPr>
        <p:txBody>
          <a:bodyPr/>
          <a:lstStyle/>
          <a:p>
            <a:r>
              <a:rPr lang="de-DE" sz="600" dirty="0"/>
              <a:t>20.04.2020 – Informationsveranstaltung XHochschule und XBIldung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455646" y="2931604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33094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874988" y="2893536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428524" y="2893534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396133" y="2893533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860894" y="3296934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6700654" y="3279987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651756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584442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/>
          </a:p>
        </p:txBody>
      </p:sp>
      <p:sp>
        <p:nvSpPr>
          <p:cNvPr id="41" name="Rechteck 40"/>
          <p:cNvSpPr/>
          <p:nvPr/>
        </p:nvSpPr>
        <p:spPr>
          <a:xfrm>
            <a:off x="3566857" y="3661716"/>
            <a:ext cx="3262599" cy="7120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4350958" y="3684684"/>
            <a:ext cx="490282" cy="675240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53" name="Rechteck 52"/>
          <p:cNvSpPr/>
          <p:nvPr/>
        </p:nvSpPr>
        <p:spPr>
          <a:xfrm>
            <a:off x="2822298" y="3716328"/>
            <a:ext cx="585988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</a:p>
        </p:txBody>
      </p:sp>
      <p:sp>
        <p:nvSpPr>
          <p:cNvPr id="54" name="Rechteck 53"/>
          <p:cNvSpPr/>
          <p:nvPr/>
        </p:nvSpPr>
        <p:spPr>
          <a:xfrm>
            <a:off x="7558486" y="3664986"/>
            <a:ext cx="1450131" cy="324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</a:p>
        </p:txBody>
      </p:sp>
      <p:sp>
        <p:nvSpPr>
          <p:cNvPr id="55" name="Rechteck 54"/>
          <p:cNvSpPr/>
          <p:nvPr/>
        </p:nvSpPr>
        <p:spPr>
          <a:xfrm>
            <a:off x="8304009" y="3686293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56" name="Rechteck 55"/>
          <p:cNvSpPr/>
          <p:nvPr/>
        </p:nvSpPr>
        <p:spPr>
          <a:xfrm>
            <a:off x="8559800" y="3689961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</a:p>
        </p:txBody>
      </p:sp>
      <p:sp>
        <p:nvSpPr>
          <p:cNvPr id="57" name="Rechteck 56"/>
          <p:cNvSpPr/>
          <p:nvPr/>
        </p:nvSpPr>
        <p:spPr>
          <a:xfrm>
            <a:off x="7018459" y="4056100"/>
            <a:ext cx="1990158" cy="33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</a:p>
        </p:txBody>
      </p:sp>
      <p:sp>
        <p:nvSpPr>
          <p:cNvPr id="58" name="Rechteck 57"/>
          <p:cNvSpPr/>
          <p:nvPr/>
        </p:nvSpPr>
        <p:spPr>
          <a:xfrm>
            <a:off x="8048218" y="3686293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XAusl.</a:t>
            </a:r>
          </a:p>
        </p:txBody>
      </p:sp>
      <p:sp>
        <p:nvSpPr>
          <p:cNvPr id="59" name="Rechteck 58"/>
          <p:cNvSpPr/>
          <p:nvPr/>
        </p:nvSpPr>
        <p:spPr>
          <a:xfrm>
            <a:off x="8521630" y="4085810"/>
            <a:ext cx="448924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Datencockpit</a:t>
            </a:r>
            <a:endParaRPr lang="de-DE" sz="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0" name="Rechteck 59"/>
          <p:cNvSpPr/>
          <p:nvPr/>
        </p:nvSpPr>
        <p:spPr>
          <a:xfrm>
            <a:off x="7910583" y="4085810"/>
            <a:ext cx="572985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</a:p>
        </p:txBody>
      </p:sp>
      <p:sp>
        <p:nvSpPr>
          <p:cNvPr id="61" name="Rechteck 60"/>
          <p:cNvSpPr/>
          <p:nvPr/>
        </p:nvSpPr>
        <p:spPr>
          <a:xfrm>
            <a:off x="7449012" y="4087312"/>
            <a:ext cx="435281" cy="273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</a:p>
        </p:txBody>
      </p:sp>
      <p:sp>
        <p:nvSpPr>
          <p:cNvPr id="62" name="Rechteck 61"/>
          <p:cNvSpPr/>
          <p:nvPr/>
        </p:nvSpPr>
        <p:spPr>
          <a:xfrm>
            <a:off x="5212968" y="3684274"/>
            <a:ext cx="317845" cy="67028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Gerade Verbindung mit Pfeil 62"/>
          <p:cNvCxnSpPr>
            <a:stCxn id="41" idx="3"/>
          </p:cNvCxnSpPr>
          <p:nvPr/>
        </p:nvCxnSpPr>
        <p:spPr>
          <a:xfrm flipV="1">
            <a:off x="6829456" y="3804295"/>
            <a:ext cx="203114" cy="213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hteck 63"/>
          <p:cNvSpPr/>
          <p:nvPr/>
        </p:nvSpPr>
        <p:spPr>
          <a:xfrm>
            <a:off x="4868472" y="3683142"/>
            <a:ext cx="317845" cy="67028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5566482" y="3681184"/>
            <a:ext cx="575924" cy="669308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6117146" y="3681184"/>
            <a:ext cx="665794" cy="669308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7" name="Rechteck 66"/>
          <p:cNvSpPr/>
          <p:nvPr/>
        </p:nvSpPr>
        <p:spPr>
          <a:xfrm>
            <a:off x="7032570" y="3702350"/>
            <a:ext cx="361678" cy="214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XOEV</a:t>
            </a:r>
          </a:p>
        </p:txBody>
      </p:sp>
      <p:cxnSp>
        <p:nvCxnSpPr>
          <p:cNvPr id="68" name="Gerade Verbindung mit Pfeil 67"/>
          <p:cNvCxnSpPr>
            <a:stCxn id="41" idx="3"/>
            <a:endCxn id="54" idx="1"/>
          </p:cNvCxnSpPr>
          <p:nvPr/>
        </p:nvCxnSpPr>
        <p:spPr>
          <a:xfrm flipV="1">
            <a:off x="6829456" y="3827462"/>
            <a:ext cx="729030" cy="190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/>
          <p:cNvCxnSpPr>
            <a:stCxn id="41" idx="3"/>
            <a:endCxn id="61" idx="1"/>
          </p:cNvCxnSpPr>
          <p:nvPr/>
        </p:nvCxnSpPr>
        <p:spPr>
          <a:xfrm>
            <a:off x="6829456" y="4017745"/>
            <a:ext cx="619556" cy="2063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4070151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671815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862616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288232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46723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dirty="0"/>
              <a:t>Weitere Fokussierung des </a:t>
            </a:r>
            <a:r>
              <a:rPr lang="de-DE" sz="2000" dirty="0" err="1"/>
              <a:t>Scope</a:t>
            </a:r>
            <a:r>
              <a:rPr lang="de-DE" sz="2000" dirty="0"/>
              <a:t> auf semantische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idx="1"/>
          </p:nvPr>
        </p:nvSpPr>
        <p:spPr>
          <a:xfrm>
            <a:off x="468313" y="1635125"/>
            <a:ext cx="8477567" cy="2808288"/>
          </a:xfrm>
        </p:spPr>
        <p:txBody>
          <a:bodyPr/>
          <a:lstStyle/>
          <a:p>
            <a:r>
              <a:rPr lang="de-DE" dirty="0"/>
              <a:t>Anschlussfähigkeit an OZG und Register </a:t>
            </a:r>
            <a:r>
              <a:rPr lang="de-DE" b="1" dirty="0"/>
              <a:t>auf semantischer Ebene</a:t>
            </a:r>
          </a:p>
          <a:p>
            <a:r>
              <a:rPr lang="de-DE" dirty="0"/>
              <a:t>Themen außerhalb der Bearbeitung in </a:t>
            </a:r>
            <a:r>
              <a:rPr lang="de-DE" dirty="0" err="1"/>
              <a:t>XHochschule</a:t>
            </a:r>
            <a:r>
              <a:rPr lang="de-DE" dirty="0"/>
              <a:t> (OZG- und EU-) Vorhaben / Projekten:</a:t>
            </a:r>
          </a:p>
          <a:p>
            <a:r>
              <a:rPr lang="de-DE" sz="1400" dirty="0"/>
              <a:t>Identity Management, Authentifizierung, </a:t>
            </a:r>
            <a:r>
              <a:rPr lang="de-DE" sz="1400" dirty="0" err="1"/>
              <a:t>ePayment</a:t>
            </a:r>
            <a:r>
              <a:rPr lang="de-DE" sz="1400" dirty="0"/>
              <a:t>, Registervernetzung, weitere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b="0"/>
              <a:t>   </a:t>
            </a:r>
            <a:fld id="{9A06CF99-E636-44D5-8E04-7E87B3396B71}" type="slidenum">
              <a:rPr sz="1000" smtClean="0"/>
              <a:pPr/>
              <a:t>6</a:t>
            </a:fld>
            <a:endParaRPr sz="1000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6446"/>
            <a:ext cx="9144000" cy="173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15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1">
      <a:dk1>
        <a:srgbClr val="2E2E2E"/>
      </a:dk1>
      <a:lt1>
        <a:sysClr val="window" lastClr="FFFFFF"/>
      </a:lt1>
      <a:dk2>
        <a:srgbClr val="E65A23"/>
      </a:dk2>
      <a:lt2>
        <a:srgbClr val="EAEBE7"/>
      </a:lt2>
      <a:accent1>
        <a:srgbClr val="506E78"/>
      </a:accent1>
      <a:accent2>
        <a:srgbClr val="AA9678"/>
      </a:accent2>
      <a:accent3>
        <a:srgbClr val="55B478"/>
      </a:accent3>
      <a:accent4>
        <a:srgbClr val="D24150"/>
      </a:accent4>
      <a:accent5>
        <a:srgbClr val="46ABB4"/>
      </a:accent5>
      <a:accent6>
        <a:srgbClr val="DCB45A"/>
      </a:accent6>
      <a:hlink>
        <a:srgbClr val="2E2E2E"/>
      </a:hlink>
      <a:folHlink>
        <a:srgbClr val="2E2E2E"/>
      </a:folHlink>
    </a:clrScheme>
    <a:fontScheme name="Benutzerdefiniert 1">
      <a:majorFont>
        <a:latin typeface="Fago Offc Pro"/>
        <a:ea typeface=""/>
        <a:cs typeface=""/>
      </a:majorFont>
      <a:minorFont>
        <a:latin typeface="Fago Offc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marL="216000" indent="-180000">
          <a:lnSpc>
            <a:spcPct val="110000"/>
          </a:lnSpc>
          <a:spcBef>
            <a:spcPts val="1000"/>
          </a:spcBef>
          <a:buClr>
            <a:schemeClr val="tx2"/>
          </a:buClr>
          <a:buFont typeface="init_signs normal" panose="00000500000000000000" pitchFamily="2" charset="0"/>
          <a:buChar char="A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 (16-9)" id="{619B93E4-4800-4A05-B9E3-AC3E20DC7058}" vid="{D1A1AAFD-1BB8-480E-AAC4-B50CF1DD3E3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UI/customUI.xml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4571273AC6576429620BD3CD83DD3F0" ma:contentTypeVersion="1" ma:contentTypeDescription="Ein neues Dokument erstellen." ma:contentTypeScope="" ma:versionID="1facb6cd006021f64f3212765f366c5a">
  <xsd:schema xmlns:xsd="http://www.w3.org/2001/XMLSchema" xmlns:xs="http://www.w3.org/2001/XMLSchema" xmlns:p="http://schemas.microsoft.com/office/2006/metadata/properties" xmlns:ns2="1acbe0ac-5997-4563-a22d-931427c47910" targetNamespace="http://schemas.microsoft.com/office/2006/metadata/properties" ma:root="true" ma:fieldsID="9d0eea7b5f8e2eb35b76b61981efa917" ns2:_="">
    <xsd:import namespace="1acbe0ac-5997-4563-a22d-931427c47910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cbe0ac-5997-4563-a22d-931427c4791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C0A537-E59C-4AF9-85D4-EC02DB9905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cbe0ac-5997-4563-a22d-931427c479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1ACBB0-BCBE-4631-B0F3-48776DB22B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0557C7-D3AB-4039-A23E-7B38162B20E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 (16-9)</Template>
  <TotalTime>0</TotalTime>
  <Words>259</Words>
  <Application>Microsoft Office PowerPoint</Application>
  <PresentationFormat>Bildschirmpräsentation (16:9)</PresentationFormat>
  <Paragraphs>130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Fago Offc Pro</vt:lpstr>
      <vt:lpstr>init_signs normal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Weitere Fokussierung des Scope auf semantische Ebene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2021-03-24_XHochschule15_Hauptfoliensatz_Postmeeting</dc:title>
  <dc:creator/>
  <cp:keywords/>
  <dc:description/>
  <cp:lastModifiedBy/>
  <cp:revision>1</cp:revision>
  <dcterms:created xsi:type="dcterms:W3CDTF">2020-09-03T16:31:29Z</dcterms:created>
  <dcterms:modified xsi:type="dcterms:W3CDTF">2022-11-03T10:12:00Z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0x01010074571273AC6576429620BD3CD83DD3F0</vt:lpwstr>
  </property>
</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3" visible="true"/>
        <mso:control idQ="mso:HeaderFooterInsert" visible="true"/>
        <mso:separator idQ="doc:sep1" visible="true"/>
        <mso:button idQ="doc:ChooseFormat_1" visible="true" label="Markierte Absätze formatieren" imageMso="CharacterBorder" onAction="'init-PPT-AddIn.ppam'!ChooseFormat"/>
        <mso:control idQ="mso:IndentDecrease" visible="true"/>
        <mso:control idQ="mso:IndentIncrease" visible="true"/>
        <mso:separator idQ="doc:sep2" visible="true"/>
        <mso:control idQ="mso:PictureFitCrop" visible="true"/>
        <mso:button idQ="doc:ColorWhite_1" visible="true" label="Icon(s) weiß einfärben" imageMso="AppointmentColor0" onAction="'init-PPT-AddIn.ppam'!ColorWhite"/>
        <mso:button idQ="doc:ColorBlack_1" visible="true" label="Icon(s) zurück auf Standard stellen" imageMso="BlackAndWhiteBlack" onAction="'init-PPT-AddIn.ppam'!ColorBlack"/>
        <mso:control idQ="mso:PictureRecolorGallery" visible="true"/>
        <mso:separator idQ="doc:sep1" visible="true"/>
        <mso:button idQ="doc:ChooseBackground_1" visible="true" label="Fokus-Folien Grundfarbe einstellen" imageMso="AppointmentColorDialog" onAction="'init-PPT-AddIn.ppam'!ChooseBackground"/>
      </mso:documentControls>
    </mso:qat>
  </mso:ribbon>
</mso:customUI>
</file>